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5" r:id="rId4"/>
    <p:sldId id="266" r:id="rId5"/>
    <p:sldId id="267" r:id="rId6"/>
    <p:sldId id="258" r:id="rId7"/>
    <p:sldId id="260" r:id="rId8"/>
    <p:sldId id="261" r:id="rId9"/>
    <p:sldId id="263" r:id="rId10"/>
    <p:sldId id="268" r:id="rId11"/>
    <p:sldId id="269" r:id="rId12"/>
    <p:sldId id="264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FBC0DD-01AC-4204-95F4-25E4C55CF591}" v="172" dt="2025-10-15T13:47:21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ineblessing1807@gmail.com" userId="b2a17e7790becd36" providerId="LiveId" clId="{CCFBC0DD-01AC-4204-95F4-25E4C55CF591}"/>
    <pc:docChg chg="undo redo custSel addSld delSld modSld sldOrd">
      <pc:chgData name="divineblessing1807@gmail.com" userId="b2a17e7790becd36" providerId="LiveId" clId="{CCFBC0DD-01AC-4204-95F4-25E4C55CF591}" dt="2025-10-15T13:47:21.137" v="866" actId="20577"/>
      <pc:docMkLst>
        <pc:docMk/>
      </pc:docMkLst>
      <pc:sldChg chg="modSp mod">
        <pc:chgData name="divineblessing1807@gmail.com" userId="b2a17e7790becd36" providerId="LiveId" clId="{CCFBC0DD-01AC-4204-95F4-25E4C55CF591}" dt="2025-10-15T13:46:10.889" v="854" actId="27636"/>
        <pc:sldMkLst>
          <pc:docMk/>
          <pc:sldMk cId="3431246262" sldId="256"/>
        </pc:sldMkLst>
        <pc:spChg chg="mod">
          <ac:chgData name="divineblessing1807@gmail.com" userId="b2a17e7790becd36" providerId="LiveId" clId="{CCFBC0DD-01AC-4204-95F4-25E4C55CF591}" dt="2025-10-15T13:45:44.869" v="851" actId="14100"/>
          <ac:spMkLst>
            <pc:docMk/>
            <pc:sldMk cId="3431246262" sldId="256"/>
            <ac:spMk id="2" creationId="{9997E071-1256-44B2-4F7A-D03DC8305D2C}"/>
          </ac:spMkLst>
        </pc:spChg>
        <pc:spChg chg="mod">
          <ac:chgData name="divineblessing1807@gmail.com" userId="b2a17e7790becd36" providerId="LiveId" clId="{CCFBC0DD-01AC-4204-95F4-25E4C55CF591}" dt="2025-10-15T13:46:10.889" v="854" actId="27636"/>
          <ac:spMkLst>
            <pc:docMk/>
            <pc:sldMk cId="3431246262" sldId="256"/>
            <ac:spMk id="3" creationId="{87A3C119-66BA-462F-3014-D85C8949BAA5}"/>
          </ac:spMkLst>
        </pc:spChg>
        <pc:picChg chg="mod">
          <ac:chgData name="divineblessing1807@gmail.com" userId="b2a17e7790becd36" providerId="LiveId" clId="{CCFBC0DD-01AC-4204-95F4-25E4C55CF591}" dt="2025-10-15T13:41:01.170" v="809" actId="14100"/>
          <ac:picMkLst>
            <pc:docMk/>
            <pc:sldMk cId="3431246262" sldId="256"/>
            <ac:picMk id="35" creationId="{1F28838B-A0F5-1B11-57B1-4F030B1FDD51}"/>
          </ac:picMkLst>
        </pc:picChg>
      </pc:sldChg>
      <pc:sldChg chg="modSp">
        <pc:chgData name="divineblessing1807@gmail.com" userId="b2a17e7790becd36" providerId="LiveId" clId="{CCFBC0DD-01AC-4204-95F4-25E4C55CF591}" dt="2025-10-14T23:31:30.757" v="22" actId="2710"/>
        <pc:sldMkLst>
          <pc:docMk/>
          <pc:sldMk cId="3919540617" sldId="260"/>
        </pc:sldMkLst>
        <pc:graphicFrameChg chg="mod">
          <ac:chgData name="divineblessing1807@gmail.com" userId="b2a17e7790becd36" providerId="LiveId" clId="{CCFBC0DD-01AC-4204-95F4-25E4C55CF591}" dt="2025-10-14T23:31:30.757" v="22" actId="2710"/>
          <ac:graphicFrameMkLst>
            <pc:docMk/>
            <pc:sldMk cId="3919540617" sldId="260"/>
            <ac:graphicFrameMk id="4" creationId="{DB1DD0E8-54B6-D9E6-B547-88407321BBCD}"/>
          </ac:graphicFrameMkLst>
        </pc:graphicFrameChg>
      </pc:sldChg>
      <pc:sldChg chg="addSp delSp modSp mod setBg">
        <pc:chgData name="divineblessing1807@gmail.com" userId="b2a17e7790becd36" providerId="LiveId" clId="{CCFBC0DD-01AC-4204-95F4-25E4C55CF591}" dt="2025-10-15T01:15:19.316" v="417" actId="207"/>
        <pc:sldMkLst>
          <pc:docMk/>
          <pc:sldMk cId="2162856850" sldId="261"/>
        </pc:sldMkLst>
        <pc:spChg chg="mod">
          <ac:chgData name="divineblessing1807@gmail.com" userId="b2a17e7790becd36" providerId="LiveId" clId="{CCFBC0DD-01AC-4204-95F4-25E4C55CF591}" dt="2025-10-15T00:46:11.962" v="171" actId="122"/>
          <ac:spMkLst>
            <pc:docMk/>
            <pc:sldMk cId="2162856850" sldId="261"/>
            <ac:spMk id="2" creationId="{59BE4164-5584-A1A8-C691-7BB7F99D16BB}"/>
          </ac:spMkLst>
        </pc:spChg>
        <pc:spChg chg="add del mod ord">
          <ac:chgData name="divineblessing1807@gmail.com" userId="b2a17e7790becd36" providerId="LiveId" clId="{CCFBC0DD-01AC-4204-95F4-25E4C55CF591}" dt="2025-10-15T00:43:02.985" v="151" actId="26606"/>
          <ac:spMkLst>
            <pc:docMk/>
            <pc:sldMk cId="2162856850" sldId="261"/>
            <ac:spMk id="3" creationId="{5B550E81-7F4F-DC4B-2FE5-533DD3D1886A}"/>
          </ac:spMkLst>
        </pc:spChg>
        <pc:spChg chg="add del">
          <ac:chgData name="divineblessing1807@gmail.com" userId="b2a17e7790becd36" providerId="LiveId" clId="{CCFBC0DD-01AC-4204-95F4-25E4C55CF591}" dt="2025-10-15T00:43:54.375" v="157" actId="26606"/>
          <ac:spMkLst>
            <pc:docMk/>
            <pc:sldMk cId="2162856850" sldId="261"/>
            <ac:spMk id="9" creationId="{81C8C0F4-5C44-4C3F-B321-5CB3E2BABC2C}"/>
          </ac:spMkLst>
        </pc:spChg>
        <pc:spChg chg="add del">
          <ac:chgData name="divineblessing1807@gmail.com" userId="b2a17e7790becd36" providerId="LiveId" clId="{CCFBC0DD-01AC-4204-95F4-25E4C55CF591}" dt="2025-10-15T00:42:10.176" v="140" actId="26606"/>
          <ac:spMkLst>
            <pc:docMk/>
            <pc:sldMk cId="2162856850" sldId="261"/>
            <ac:spMk id="10" creationId="{7D2FD795-8DF5-44F0-8664-4D8F626DD85A}"/>
          </ac:spMkLst>
        </pc:spChg>
        <pc:spChg chg="add del">
          <ac:chgData name="divineblessing1807@gmail.com" userId="b2a17e7790becd36" providerId="LiveId" clId="{CCFBC0DD-01AC-4204-95F4-25E4C55CF591}" dt="2025-10-15T00:43:54.375" v="157" actId="26606"/>
          <ac:spMkLst>
            <pc:docMk/>
            <pc:sldMk cId="2162856850" sldId="261"/>
            <ac:spMk id="16" creationId="{837F2C8F-CC11-4A18-AA7E-AE8C022CDCC8}"/>
          </ac:spMkLst>
        </pc:spChg>
        <pc:spChg chg="add del">
          <ac:chgData name="divineblessing1807@gmail.com" userId="b2a17e7790becd36" providerId="LiveId" clId="{CCFBC0DD-01AC-4204-95F4-25E4C55CF591}" dt="2025-10-15T00:42:35.412" v="142" actId="26606"/>
          <ac:spMkLst>
            <pc:docMk/>
            <pc:sldMk cId="2162856850" sldId="261"/>
            <ac:spMk id="17" creationId="{837F2C8F-CC11-4A18-AA7E-AE8C022CDCC8}"/>
          </ac:spMkLst>
        </pc:spChg>
        <pc:spChg chg="add mod">
          <ac:chgData name="divineblessing1807@gmail.com" userId="b2a17e7790becd36" providerId="LiveId" clId="{CCFBC0DD-01AC-4204-95F4-25E4C55CF591}" dt="2025-10-15T01:15:19.316" v="417" actId="207"/>
          <ac:spMkLst>
            <pc:docMk/>
            <pc:sldMk cId="2162856850" sldId="261"/>
            <ac:spMk id="18" creationId="{5B550E81-7F4F-DC4B-2FE5-533DD3D1886A}"/>
          </ac:spMkLst>
        </pc:spChg>
        <pc:spChg chg="add del">
          <ac:chgData name="divineblessing1807@gmail.com" userId="b2a17e7790becd36" providerId="LiveId" clId="{CCFBC0DD-01AC-4204-95F4-25E4C55CF591}" dt="2025-10-15T00:43:54.375" v="157" actId="26606"/>
          <ac:spMkLst>
            <pc:docMk/>
            <pc:sldMk cId="2162856850" sldId="261"/>
            <ac:spMk id="23" creationId="{81C8C0F4-5C44-4C3F-B321-5CB3E2BABC2C}"/>
          </ac:spMkLst>
        </pc:spChg>
        <pc:spChg chg="add del">
          <ac:chgData name="divineblessing1807@gmail.com" userId="b2a17e7790becd36" providerId="LiveId" clId="{CCFBC0DD-01AC-4204-95F4-25E4C55CF591}" dt="2025-10-15T00:42:10.176" v="140" actId="26606"/>
          <ac:spMkLst>
            <pc:docMk/>
            <pc:sldMk cId="2162856850" sldId="261"/>
            <ac:spMk id="24" creationId="{9D8267F7-1115-4F9A-BEF5-BB6664BCF0DB}"/>
          </ac:spMkLst>
        </pc:spChg>
        <pc:spChg chg="add del">
          <ac:chgData name="divineblessing1807@gmail.com" userId="b2a17e7790becd36" providerId="LiveId" clId="{CCFBC0DD-01AC-4204-95F4-25E4C55CF591}" dt="2025-10-15T00:42:35.412" v="142" actId="26606"/>
          <ac:spMkLst>
            <pc:docMk/>
            <pc:sldMk cId="2162856850" sldId="261"/>
            <ac:spMk id="26" creationId="{81C8C0F4-5C44-4C3F-B321-5CB3E2BABC2C}"/>
          </ac:spMkLst>
        </pc:spChg>
        <pc:spChg chg="add del">
          <ac:chgData name="divineblessing1807@gmail.com" userId="b2a17e7790becd36" providerId="LiveId" clId="{CCFBC0DD-01AC-4204-95F4-25E4C55CF591}" dt="2025-10-15T00:43:54.375" v="157" actId="26606"/>
          <ac:spMkLst>
            <pc:docMk/>
            <pc:sldMk cId="2162856850" sldId="261"/>
            <ac:spMk id="30" creationId="{837F2C8F-CC11-4A18-AA7E-AE8C022CDCC8}"/>
          </ac:spMkLst>
        </pc:spChg>
        <pc:spChg chg="add del">
          <ac:chgData name="divineblessing1807@gmail.com" userId="b2a17e7790becd36" providerId="LiveId" clId="{CCFBC0DD-01AC-4204-95F4-25E4C55CF591}" dt="2025-10-15T00:42:40.200" v="144" actId="26606"/>
          <ac:spMkLst>
            <pc:docMk/>
            <pc:sldMk cId="2162856850" sldId="261"/>
            <ac:spMk id="32" creationId="{853E39E6-2A74-404E-B4BC-EEC89C01B766}"/>
          </ac:spMkLst>
        </pc:spChg>
        <pc:spChg chg="add del">
          <ac:chgData name="divineblessing1807@gmail.com" userId="b2a17e7790becd36" providerId="LiveId" clId="{CCFBC0DD-01AC-4204-95F4-25E4C55CF591}" dt="2025-10-15T00:42:40.200" v="144" actId="26606"/>
          <ac:spMkLst>
            <pc:docMk/>
            <pc:sldMk cId="2162856850" sldId="261"/>
            <ac:spMk id="35" creationId="{DC05F582-AA63-4A8C-915E-66057E4BEEA9}"/>
          </ac:spMkLst>
        </pc:spChg>
        <pc:spChg chg="add del">
          <ac:chgData name="divineblessing1807@gmail.com" userId="b2a17e7790becd36" providerId="LiveId" clId="{CCFBC0DD-01AC-4204-95F4-25E4C55CF591}" dt="2025-10-15T00:42:40.200" v="144" actId="26606"/>
          <ac:spMkLst>
            <pc:docMk/>
            <pc:sldMk cId="2162856850" sldId="261"/>
            <ac:spMk id="36" creationId="{2D253D93-3319-4E06-B75F-009AE70FCBCA}"/>
          </ac:spMkLst>
        </pc:spChg>
        <pc:spChg chg="add del">
          <ac:chgData name="divineblessing1807@gmail.com" userId="b2a17e7790becd36" providerId="LiveId" clId="{CCFBC0DD-01AC-4204-95F4-25E4C55CF591}" dt="2025-10-15T00:42:43.847" v="146" actId="26606"/>
          <ac:spMkLst>
            <pc:docMk/>
            <pc:sldMk cId="2162856850" sldId="261"/>
            <ac:spMk id="38" creationId="{81C8C0F4-5C44-4C3F-B321-5CB3E2BABC2C}"/>
          </ac:spMkLst>
        </pc:spChg>
        <pc:spChg chg="add del">
          <ac:chgData name="divineblessing1807@gmail.com" userId="b2a17e7790becd36" providerId="LiveId" clId="{CCFBC0DD-01AC-4204-95F4-25E4C55CF591}" dt="2025-10-15T00:42:43.847" v="146" actId="26606"/>
          <ac:spMkLst>
            <pc:docMk/>
            <pc:sldMk cId="2162856850" sldId="261"/>
            <ac:spMk id="43" creationId="{837F2C8F-CC11-4A18-AA7E-AE8C022CDCC8}"/>
          </ac:spMkLst>
        </pc:spChg>
        <pc:spChg chg="add del">
          <ac:chgData name="divineblessing1807@gmail.com" userId="b2a17e7790becd36" providerId="LiveId" clId="{CCFBC0DD-01AC-4204-95F4-25E4C55CF591}" dt="2025-10-15T00:42:57.324" v="148" actId="26606"/>
          <ac:spMkLst>
            <pc:docMk/>
            <pc:sldMk cId="2162856850" sldId="261"/>
            <ac:spMk id="45" creationId="{182D455B-C993-4AC2-BAC2-D5C9890CEF7F}"/>
          </ac:spMkLst>
        </pc:spChg>
        <pc:grpChg chg="add del">
          <ac:chgData name="divineblessing1807@gmail.com" userId="b2a17e7790becd36" providerId="LiveId" clId="{CCFBC0DD-01AC-4204-95F4-25E4C55CF591}" dt="2025-10-15T00:43:54.375" v="157" actId="26606"/>
          <ac:grpSpMkLst>
            <pc:docMk/>
            <pc:sldMk cId="2162856850" sldId="261"/>
            <ac:grpSpMk id="11" creationId="{987A62DB-71D7-497D-BE1C-933ECB515A68}"/>
          </ac:grpSpMkLst>
        </pc:grpChg>
        <pc:grpChg chg="add del">
          <ac:chgData name="divineblessing1807@gmail.com" userId="b2a17e7790becd36" providerId="LiveId" clId="{CCFBC0DD-01AC-4204-95F4-25E4C55CF591}" dt="2025-10-15T00:42:10.176" v="140" actId="26606"/>
          <ac:grpSpMkLst>
            <pc:docMk/>
            <pc:sldMk cId="2162856850" sldId="261"/>
            <ac:grpSpMk id="12" creationId="{7C6B683D-13FA-4605-8648-01FC9C82FEC8}"/>
          </ac:grpSpMkLst>
        </pc:grpChg>
        <pc:grpChg chg="add del">
          <ac:chgData name="divineblessing1807@gmail.com" userId="b2a17e7790becd36" providerId="LiveId" clId="{CCFBC0DD-01AC-4204-95F4-25E4C55CF591}" dt="2025-10-15T00:43:54.375" v="157" actId="26606"/>
          <ac:grpSpMkLst>
            <pc:docMk/>
            <pc:sldMk cId="2162856850" sldId="261"/>
            <ac:grpSpMk id="25" creationId="{987A62DB-71D7-497D-BE1C-933ECB515A68}"/>
          </ac:grpSpMkLst>
        </pc:grpChg>
        <pc:grpChg chg="add del">
          <ac:chgData name="divineblessing1807@gmail.com" userId="b2a17e7790becd36" providerId="LiveId" clId="{CCFBC0DD-01AC-4204-95F4-25E4C55CF591}" dt="2025-10-15T00:42:35.412" v="142" actId="26606"/>
          <ac:grpSpMkLst>
            <pc:docMk/>
            <pc:sldMk cId="2162856850" sldId="261"/>
            <ac:grpSpMk id="27" creationId="{987A62DB-71D7-497D-BE1C-933ECB515A68}"/>
          </ac:grpSpMkLst>
        </pc:grpChg>
        <pc:grpChg chg="add del">
          <ac:chgData name="divineblessing1807@gmail.com" userId="b2a17e7790becd36" providerId="LiveId" clId="{CCFBC0DD-01AC-4204-95F4-25E4C55CF591}" dt="2025-10-15T00:42:40.200" v="144" actId="26606"/>
          <ac:grpSpMkLst>
            <pc:docMk/>
            <pc:sldMk cId="2162856850" sldId="261"/>
            <ac:grpSpMk id="33" creationId="{30D050C3-946A-4155-B469-3FE5492E6E91}"/>
          </ac:grpSpMkLst>
        </pc:grpChg>
        <pc:grpChg chg="add del">
          <ac:chgData name="divineblessing1807@gmail.com" userId="b2a17e7790becd36" providerId="LiveId" clId="{CCFBC0DD-01AC-4204-95F4-25E4C55CF591}" dt="2025-10-15T00:42:43.847" v="146" actId="26606"/>
          <ac:grpSpMkLst>
            <pc:docMk/>
            <pc:sldMk cId="2162856850" sldId="261"/>
            <ac:grpSpMk id="39" creationId="{987A62DB-71D7-497D-BE1C-933ECB515A68}"/>
          </ac:grpSpMkLst>
        </pc:grpChg>
        <pc:graphicFrameChg chg="add del">
          <ac:chgData name="divineblessing1807@gmail.com" userId="b2a17e7790becd36" providerId="LiveId" clId="{CCFBC0DD-01AC-4204-95F4-25E4C55CF591}" dt="2025-10-15T00:43:02.976" v="150" actId="26606"/>
          <ac:graphicFrameMkLst>
            <pc:docMk/>
            <pc:sldMk cId="2162856850" sldId="261"/>
            <ac:graphicFrameMk id="7" creationId="{E164B1EB-D222-AEF2-87B8-515839C31E1F}"/>
          </ac:graphicFrameMkLst>
        </pc:graphicFrameChg>
        <pc:picChg chg="add mod">
          <ac:chgData name="divineblessing1807@gmail.com" userId="b2a17e7790becd36" providerId="LiveId" clId="{CCFBC0DD-01AC-4204-95F4-25E4C55CF591}" dt="2025-10-15T00:44:00.671" v="158" actId="14100"/>
          <ac:picMkLst>
            <pc:docMk/>
            <pc:sldMk cId="2162856850" sldId="261"/>
            <ac:picMk id="5" creationId="{C8E79D27-DF7A-1AB1-46F8-F80458A595C4}"/>
          </ac:picMkLst>
        </pc:picChg>
      </pc:sldChg>
      <pc:sldChg chg="modSp del mod">
        <pc:chgData name="divineblessing1807@gmail.com" userId="b2a17e7790becd36" providerId="LiveId" clId="{CCFBC0DD-01AC-4204-95F4-25E4C55CF591}" dt="2025-10-15T00:56:54.367" v="192" actId="2696"/>
        <pc:sldMkLst>
          <pc:docMk/>
          <pc:sldMk cId="1668449421" sldId="262"/>
        </pc:sldMkLst>
        <pc:spChg chg="mod">
          <ac:chgData name="divineblessing1807@gmail.com" userId="b2a17e7790becd36" providerId="LiveId" clId="{CCFBC0DD-01AC-4204-95F4-25E4C55CF591}" dt="2025-10-15T00:50:21.298" v="172" actId="21"/>
          <ac:spMkLst>
            <pc:docMk/>
            <pc:sldMk cId="1668449421" sldId="262"/>
            <ac:spMk id="3" creationId="{376221C8-021F-3884-A9DE-4EB4B9DFE39A}"/>
          </ac:spMkLst>
        </pc:spChg>
      </pc:sldChg>
      <pc:sldChg chg="addSp delSp modSp mod">
        <pc:chgData name="divineblessing1807@gmail.com" userId="b2a17e7790becd36" providerId="LiveId" clId="{CCFBC0DD-01AC-4204-95F4-25E4C55CF591}" dt="2025-10-15T01:29:28.854" v="474"/>
        <pc:sldMkLst>
          <pc:docMk/>
          <pc:sldMk cId="2515548170" sldId="263"/>
        </pc:sldMkLst>
        <pc:spChg chg="mod">
          <ac:chgData name="divineblessing1807@gmail.com" userId="b2a17e7790becd36" providerId="LiveId" clId="{CCFBC0DD-01AC-4204-95F4-25E4C55CF591}" dt="2025-10-15T00:57:27.557" v="196" actId="255"/>
          <ac:spMkLst>
            <pc:docMk/>
            <pc:sldMk cId="2515548170" sldId="263"/>
            <ac:spMk id="2" creationId="{8E6C1132-EA9F-A790-1D99-B1AA2058928D}"/>
          </ac:spMkLst>
        </pc:spChg>
        <pc:spChg chg="add del mod">
          <ac:chgData name="divineblessing1807@gmail.com" userId="b2a17e7790becd36" providerId="LiveId" clId="{CCFBC0DD-01AC-4204-95F4-25E4C55CF591}" dt="2025-10-15T01:02:56.166" v="218" actId="12084"/>
          <ac:spMkLst>
            <pc:docMk/>
            <pc:sldMk cId="2515548170" sldId="263"/>
            <ac:spMk id="3" creationId="{F9951AF1-1057-F5DD-9020-EB309D25FD94}"/>
          </ac:spMkLst>
        </pc:spChg>
        <pc:graphicFrameChg chg="add mod">
          <ac:chgData name="divineblessing1807@gmail.com" userId="b2a17e7790becd36" providerId="LiveId" clId="{CCFBC0DD-01AC-4204-95F4-25E4C55CF591}" dt="2025-10-15T01:02:39.619" v="217" actId="12084"/>
          <ac:graphicFrameMkLst>
            <pc:docMk/>
            <pc:sldMk cId="2515548170" sldId="263"/>
            <ac:graphicFrameMk id="4" creationId="{01E5BE17-A951-6152-757D-59F243FDA2DB}"/>
          </ac:graphicFrameMkLst>
        </pc:graphicFrameChg>
        <pc:graphicFrameChg chg="add mod">
          <ac:chgData name="divineblessing1807@gmail.com" userId="b2a17e7790becd36" providerId="LiveId" clId="{CCFBC0DD-01AC-4204-95F4-25E4C55CF591}" dt="2025-10-15T01:29:28.854" v="474"/>
          <ac:graphicFrameMkLst>
            <pc:docMk/>
            <pc:sldMk cId="2515548170" sldId="263"/>
            <ac:graphicFrameMk id="5" creationId="{DC81F620-2723-89E9-8336-F5523783A5BF}"/>
          </ac:graphicFrameMkLst>
        </pc:graphicFrameChg>
      </pc:sldChg>
      <pc:sldChg chg="addSp delSp modSp mod ord">
        <pc:chgData name="divineblessing1807@gmail.com" userId="b2a17e7790becd36" providerId="LiveId" clId="{CCFBC0DD-01AC-4204-95F4-25E4C55CF591}" dt="2025-10-15T01:49:30.076" v="606"/>
        <pc:sldMkLst>
          <pc:docMk/>
          <pc:sldMk cId="2613705541" sldId="264"/>
        </pc:sldMkLst>
        <pc:spChg chg="mod">
          <ac:chgData name="divineblessing1807@gmail.com" userId="b2a17e7790becd36" providerId="LiveId" clId="{CCFBC0DD-01AC-4204-95F4-25E4C55CF591}" dt="2025-10-15T01:16:56.970" v="421" actId="14100"/>
          <ac:spMkLst>
            <pc:docMk/>
            <pc:sldMk cId="2613705541" sldId="264"/>
            <ac:spMk id="2" creationId="{141D9213-9E33-883E-257F-7FD4E9929CF9}"/>
          </ac:spMkLst>
        </pc:spChg>
        <pc:spChg chg="del mod">
          <ac:chgData name="divineblessing1807@gmail.com" userId="b2a17e7790becd36" providerId="LiveId" clId="{CCFBC0DD-01AC-4204-95F4-25E4C55CF591}" dt="2025-10-15T01:18:06.730" v="425" actId="12084"/>
          <ac:spMkLst>
            <pc:docMk/>
            <pc:sldMk cId="2613705541" sldId="264"/>
            <ac:spMk id="3" creationId="{8507A9D2-BAEC-D9D7-1543-04C2B85C6540}"/>
          </ac:spMkLst>
        </pc:spChg>
        <pc:graphicFrameChg chg="add mod">
          <ac:chgData name="divineblessing1807@gmail.com" userId="b2a17e7790becd36" providerId="LiveId" clId="{CCFBC0DD-01AC-4204-95F4-25E4C55CF591}" dt="2025-10-15T01:23:02.856" v="447" actId="2711"/>
          <ac:graphicFrameMkLst>
            <pc:docMk/>
            <pc:sldMk cId="2613705541" sldId="264"/>
            <ac:graphicFrameMk id="4" creationId="{0CB43B82-8854-388E-D022-3AADD3C949D0}"/>
          </ac:graphicFrameMkLst>
        </pc:graphicFrameChg>
      </pc:sldChg>
      <pc:sldChg chg="addSp delSp modSp mod ord">
        <pc:chgData name="divineblessing1807@gmail.com" userId="b2a17e7790becd36" providerId="LiveId" clId="{CCFBC0DD-01AC-4204-95F4-25E4C55CF591}" dt="2025-10-15T01:27:43.747" v="471"/>
        <pc:sldMkLst>
          <pc:docMk/>
          <pc:sldMk cId="3791252309" sldId="265"/>
        </pc:sldMkLst>
        <pc:spChg chg="mod">
          <ac:chgData name="divineblessing1807@gmail.com" userId="b2a17e7790becd36" providerId="LiveId" clId="{CCFBC0DD-01AC-4204-95F4-25E4C55CF591}" dt="2025-10-15T01:23:59.178" v="452" actId="122"/>
          <ac:spMkLst>
            <pc:docMk/>
            <pc:sldMk cId="3791252309" sldId="265"/>
            <ac:spMk id="2" creationId="{F2F6E35F-A80D-DFB3-C579-7D5248B737EA}"/>
          </ac:spMkLst>
        </pc:spChg>
        <pc:spChg chg="del mod">
          <ac:chgData name="divineblessing1807@gmail.com" userId="b2a17e7790becd36" providerId="LiveId" clId="{CCFBC0DD-01AC-4204-95F4-25E4C55CF591}" dt="2025-10-15T01:24:39.427" v="455" actId="12084"/>
          <ac:spMkLst>
            <pc:docMk/>
            <pc:sldMk cId="3791252309" sldId="265"/>
            <ac:spMk id="3" creationId="{80C66165-A551-85E3-B031-09151E5931DE}"/>
          </ac:spMkLst>
        </pc:spChg>
        <pc:graphicFrameChg chg="add mod">
          <ac:chgData name="divineblessing1807@gmail.com" userId="b2a17e7790becd36" providerId="LiveId" clId="{CCFBC0DD-01AC-4204-95F4-25E4C55CF591}" dt="2025-10-15T01:26:53.734" v="467" actId="255"/>
          <ac:graphicFrameMkLst>
            <pc:docMk/>
            <pc:sldMk cId="3791252309" sldId="265"/>
            <ac:graphicFrameMk id="4" creationId="{8764AA30-47FA-AFEA-CDB0-C3EA99E6920C}"/>
          </ac:graphicFrameMkLst>
        </pc:graphicFrameChg>
      </pc:sldChg>
      <pc:sldChg chg="modSp mod">
        <pc:chgData name="divineblessing1807@gmail.com" userId="b2a17e7790becd36" providerId="LiveId" clId="{CCFBC0DD-01AC-4204-95F4-25E4C55CF591}" dt="2025-10-14T23:29:45.813" v="12" actId="5793"/>
        <pc:sldMkLst>
          <pc:docMk/>
          <pc:sldMk cId="937820410" sldId="267"/>
        </pc:sldMkLst>
        <pc:spChg chg="mod">
          <ac:chgData name="divineblessing1807@gmail.com" userId="b2a17e7790becd36" providerId="LiveId" clId="{CCFBC0DD-01AC-4204-95F4-25E4C55CF591}" dt="2025-10-14T23:29:45.813" v="12" actId="5793"/>
          <ac:spMkLst>
            <pc:docMk/>
            <pc:sldMk cId="937820410" sldId="267"/>
            <ac:spMk id="3" creationId="{FBF68634-9D85-A600-4302-E04B3DA3187F}"/>
          </ac:spMkLst>
        </pc:spChg>
      </pc:sldChg>
      <pc:sldChg chg="addSp delSp modSp new mod">
        <pc:chgData name="divineblessing1807@gmail.com" userId="b2a17e7790becd36" providerId="LiveId" clId="{CCFBC0DD-01AC-4204-95F4-25E4C55CF591}" dt="2025-10-15T13:47:21.137" v="866" actId="20577"/>
        <pc:sldMkLst>
          <pc:docMk/>
          <pc:sldMk cId="3746201644" sldId="268"/>
        </pc:sldMkLst>
        <pc:spChg chg="mod">
          <ac:chgData name="divineblessing1807@gmail.com" userId="b2a17e7790becd36" providerId="LiveId" clId="{CCFBC0DD-01AC-4204-95F4-25E4C55CF591}" dt="2025-10-15T01:42:48.343" v="566" actId="14100"/>
          <ac:spMkLst>
            <pc:docMk/>
            <pc:sldMk cId="3746201644" sldId="268"/>
            <ac:spMk id="2" creationId="{B8965D4A-265B-7B04-636B-1AE373EAF4EF}"/>
          </ac:spMkLst>
        </pc:spChg>
        <pc:spChg chg="del mod">
          <ac:chgData name="divineblessing1807@gmail.com" userId="b2a17e7790becd36" providerId="LiveId" clId="{CCFBC0DD-01AC-4204-95F4-25E4C55CF591}" dt="2025-10-15T01:46:13.821" v="584" actId="12084"/>
          <ac:spMkLst>
            <pc:docMk/>
            <pc:sldMk cId="3746201644" sldId="268"/>
            <ac:spMk id="3" creationId="{CBCE38AF-B08B-660F-351F-C8FF14177AF6}"/>
          </ac:spMkLst>
        </pc:spChg>
        <pc:graphicFrameChg chg="add mod">
          <ac:chgData name="divineblessing1807@gmail.com" userId="b2a17e7790becd36" providerId="LiveId" clId="{CCFBC0DD-01AC-4204-95F4-25E4C55CF591}" dt="2025-10-15T13:47:21.137" v="866" actId="20577"/>
          <ac:graphicFrameMkLst>
            <pc:docMk/>
            <pc:sldMk cId="3746201644" sldId="268"/>
            <ac:graphicFrameMk id="4" creationId="{CCA64F19-F8E9-E931-9A2F-7C44B0F0AE2C}"/>
          </ac:graphicFrameMkLst>
        </pc:graphicFrameChg>
      </pc:sldChg>
      <pc:sldChg chg="addSp delSp modSp new mod">
        <pc:chgData name="divineblessing1807@gmail.com" userId="b2a17e7790becd36" providerId="LiveId" clId="{CCFBC0DD-01AC-4204-95F4-25E4C55CF591}" dt="2025-10-15T01:49:03.057" v="604" actId="14100"/>
        <pc:sldMkLst>
          <pc:docMk/>
          <pc:sldMk cId="3841111621" sldId="269"/>
        </pc:sldMkLst>
        <pc:spChg chg="mod">
          <ac:chgData name="divineblessing1807@gmail.com" userId="b2a17e7790becd36" providerId="LiveId" clId="{CCFBC0DD-01AC-4204-95F4-25E4C55CF591}" dt="2025-10-15T01:47:21.663" v="591" actId="20577"/>
          <ac:spMkLst>
            <pc:docMk/>
            <pc:sldMk cId="3841111621" sldId="269"/>
            <ac:spMk id="2" creationId="{B88575AD-DD97-C478-6D87-5427F62536B4}"/>
          </ac:spMkLst>
        </pc:spChg>
        <pc:spChg chg="del mod">
          <ac:chgData name="divineblessing1807@gmail.com" userId="b2a17e7790becd36" providerId="LiveId" clId="{CCFBC0DD-01AC-4204-95F4-25E4C55CF591}" dt="2025-10-15T01:48:19.003" v="598" actId="12084"/>
          <ac:spMkLst>
            <pc:docMk/>
            <pc:sldMk cId="3841111621" sldId="269"/>
            <ac:spMk id="3" creationId="{55A07A10-24BA-E1C0-DC5E-BD287AF521EF}"/>
          </ac:spMkLst>
        </pc:spChg>
        <pc:graphicFrameChg chg="add mod">
          <ac:chgData name="divineblessing1807@gmail.com" userId="b2a17e7790becd36" providerId="LiveId" clId="{CCFBC0DD-01AC-4204-95F4-25E4C55CF591}" dt="2025-10-15T01:49:03.057" v="604" actId="14100"/>
          <ac:graphicFrameMkLst>
            <pc:docMk/>
            <pc:sldMk cId="3841111621" sldId="269"/>
            <ac:graphicFrameMk id="4" creationId="{CF75473B-458C-07BB-0B3A-8A00B694441D}"/>
          </ac:graphicFrameMkLst>
        </pc:graphicFrameChg>
      </pc:sldChg>
      <pc:sldChg chg="addSp delSp modSp new mod">
        <pc:chgData name="divineblessing1807@gmail.com" userId="b2a17e7790becd36" providerId="LiveId" clId="{CCFBC0DD-01AC-4204-95F4-25E4C55CF591}" dt="2025-10-15T01:56:45.948" v="645" actId="1032"/>
        <pc:sldMkLst>
          <pc:docMk/>
          <pc:sldMk cId="3640788200" sldId="270"/>
        </pc:sldMkLst>
        <pc:spChg chg="mod">
          <ac:chgData name="divineblessing1807@gmail.com" userId="b2a17e7790becd36" providerId="LiveId" clId="{CCFBC0DD-01AC-4204-95F4-25E4C55CF591}" dt="2025-10-15T01:53:30.041" v="632" actId="14100"/>
          <ac:spMkLst>
            <pc:docMk/>
            <pc:sldMk cId="3640788200" sldId="270"/>
            <ac:spMk id="2" creationId="{152773DD-2B02-4B9A-FD43-B3825C6F15EB}"/>
          </ac:spMkLst>
        </pc:spChg>
        <pc:spChg chg="del mod">
          <ac:chgData name="divineblessing1807@gmail.com" userId="b2a17e7790becd36" providerId="LiveId" clId="{CCFBC0DD-01AC-4204-95F4-25E4C55CF591}" dt="2025-10-15T01:54:14.493" v="634" actId="12084"/>
          <ac:spMkLst>
            <pc:docMk/>
            <pc:sldMk cId="3640788200" sldId="270"/>
            <ac:spMk id="3" creationId="{97084B53-4D2F-1FBB-B203-2C807A83A850}"/>
          </ac:spMkLst>
        </pc:spChg>
        <pc:graphicFrameChg chg="add mod">
          <ac:chgData name="divineblessing1807@gmail.com" userId="b2a17e7790becd36" providerId="LiveId" clId="{CCFBC0DD-01AC-4204-95F4-25E4C55CF591}" dt="2025-10-15T01:55:50.062" v="643" actId="12269"/>
          <ac:graphicFrameMkLst>
            <pc:docMk/>
            <pc:sldMk cId="3640788200" sldId="270"/>
            <ac:graphicFrameMk id="4" creationId="{B002EA4A-0F7F-74FF-E88F-2F2C538FDED7}"/>
          </ac:graphicFrameMkLst>
        </pc:graphicFrameChg>
        <pc:graphicFrameChg chg="add del modGraphic">
          <ac:chgData name="divineblessing1807@gmail.com" userId="b2a17e7790becd36" providerId="LiveId" clId="{CCFBC0DD-01AC-4204-95F4-25E4C55CF591}" dt="2025-10-15T01:56:45.948" v="645" actId="1032"/>
          <ac:graphicFrameMkLst>
            <pc:docMk/>
            <pc:sldMk cId="3640788200" sldId="270"/>
            <ac:graphicFrameMk id="5" creationId="{3482215C-DC14-1BCC-7B52-5F51E6495D88}"/>
          </ac:graphicFrameMkLst>
        </pc:graphicFrameChg>
      </pc:sldChg>
      <pc:sldChg chg="modSp new del mod">
        <pc:chgData name="divineblessing1807@gmail.com" userId="b2a17e7790becd36" providerId="LiveId" clId="{CCFBC0DD-01AC-4204-95F4-25E4C55CF591}" dt="2025-10-15T13:46:30.726" v="855" actId="2696"/>
        <pc:sldMkLst>
          <pc:docMk/>
          <pc:sldMk cId="3976364479" sldId="271"/>
        </pc:sldMkLst>
        <pc:spChg chg="mod">
          <ac:chgData name="divineblessing1807@gmail.com" userId="b2a17e7790becd36" providerId="LiveId" clId="{CCFBC0DD-01AC-4204-95F4-25E4C55CF591}" dt="2025-10-15T01:58:12.333" v="660" actId="113"/>
          <ac:spMkLst>
            <pc:docMk/>
            <pc:sldMk cId="3976364479" sldId="271"/>
            <ac:spMk id="2" creationId="{0D46621D-300B-DCA2-E168-5EE90E838105}"/>
          </ac:spMkLst>
        </pc:spChg>
        <pc:spChg chg="mod">
          <ac:chgData name="divineblessing1807@gmail.com" userId="b2a17e7790becd36" providerId="LiveId" clId="{CCFBC0DD-01AC-4204-95F4-25E4C55CF591}" dt="2025-10-15T13:42:31.796" v="821" actId="21"/>
          <ac:spMkLst>
            <pc:docMk/>
            <pc:sldMk cId="3976364479" sldId="271"/>
            <ac:spMk id="3" creationId="{1CBBC758-5B77-7219-6049-A5EC5BE8898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430909-7C21-49A4-B912-B9335058AC2F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03AC985-062F-4104-A778-C6874C7ED012}">
      <dgm:prSet/>
      <dgm:spPr/>
      <dgm:t>
        <a:bodyPr/>
        <a:lstStyle/>
        <a:p>
          <a:r>
            <a:rPr lang="en-US" b="1" baseline="0"/>
            <a:t>This analysis explores the Titanic passenger dataset to uncover insights about:</a:t>
          </a:r>
          <a:endParaRPr lang="en-US"/>
        </a:p>
      </dgm:t>
    </dgm:pt>
    <dgm:pt modelId="{512C4086-2D19-4865-8FAF-3C31D82C0D40}" type="parTrans" cxnId="{7B5005F1-F930-4E0A-A9F5-E8C3D06F67D3}">
      <dgm:prSet/>
      <dgm:spPr/>
      <dgm:t>
        <a:bodyPr/>
        <a:lstStyle/>
        <a:p>
          <a:endParaRPr lang="en-US"/>
        </a:p>
      </dgm:t>
    </dgm:pt>
    <dgm:pt modelId="{C8F4C536-53C7-4BB4-82AB-6B649EB31670}" type="sibTrans" cxnId="{7B5005F1-F930-4E0A-A9F5-E8C3D06F67D3}">
      <dgm:prSet/>
      <dgm:spPr/>
      <dgm:t>
        <a:bodyPr/>
        <a:lstStyle/>
        <a:p>
          <a:endParaRPr lang="en-US"/>
        </a:p>
      </dgm:t>
    </dgm:pt>
    <dgm:pt modelId="{30ADBF6C-1B57-4804-9B00-6726CD4BCA89}">
      <dgm:prSet/>
      <dgm:spPr/>
      <dgm:t>
        <a:bodyPr/>
        <a:lstStyle/>
        <a:p>
          <a:r>
            <a:rPr lang="en-US" b="1" baseline="0"/>
            <a:t>Passenger demographics (age, gender, class, etc.)</a:t>
          </a:r>
          <a:endParaRPr lang="en-US"/>
        </a:p>
      </dgm:t>
    </dgm:pt>
    <dgm:pt modelId="{7F8F8E37-2F73-4211-A20B-EB8D20F68A56}" type="parTrans" cxnId="{E50F027C-7E70-44D0-B76B-B37E421F6E9E}">
      <dgm:prSet/>
      <dgm:spPr/>
      <dgm:t>
        <a:bodyPr/>
        <a:lstStyle/>
        <a:p>
          <a:endParaRPr lang="en-US"/>
        </a:p>
      </dgm:t>
    </dgm:pt>
    <dgm:pt modelId="{3A6AD51F-2426-43F2-9195-CB5B8D30514A}" type="sibTrans" cxnId="{E50F027C-7E70-44D0-B76B-B37E421F6E9E}">
      <dgm:prSet/>
      <dgm:spPr/>
      <dgm:t>
        <a:bodyPr/>
        <a:lstStyle/>
        <a:p>
          <a:endParaRPr lang="en-US"/>
        </a:p>
      </dgm:t>
    </dgm:pt>
    <dgm:pt modelId="{286FFF8D-E410-4FD6-97AC-949751FF208C}">
      <dgm:prSet/>
      <dgm:spPr/>
      <dgm:t>
        <a:bodyPr/>
        <a:lstStyle/>
        <a:p>
          <a:r>
            <a:rPr lang="en-US" b="1" baseline="0"/>
            <a:t>Survival rates</a:t>
          </a:r>
          <a:endParaRPr lang="en-US"/>
        </a:p>
      </dgm:t>
    </dgm:pt>
    <dgm:pt modelId="{87C0D7EA-AAF7-4D2C-81AD-726E9B7D516A}" type="parTrans" cxnId="{A07290F2-FFC3-4ABA-909E-0A02ADB88C6B}">
      <dgm:prSet/>
      <dgm:spPr/>
      <dgm:t>
        <a:bodyPr/>
        <a:lstStyle/>
        <a:p>
          <a:endParaRPr lang="en-US"/>
        </a:p>
      </dgm:t>
    </dgm:pt>
    <dgm:pt modelId="{6754BBA0-FA94-4ADD-A343-6829687A8F44}" type="sibTrans" cxnId="{A07290F2-FFC3-4ABA-909E-0A02ADB88C6B}">
      <dgm:prSet/>
      <dgm:spPr/>
      <dgm:t>
        <a:bodyPr/>
        <a:lstStyle/>
        <a:p>
          <a:endParaRPr lang="en-US"/>
        </a:p>
      </dgm:t>
    </dgm:pt>
    <dgm:pt modelId="{37C7BF56-BDF9-47DE-8C29-16068D4CE027}">
      <dgm:prSet/>
      <dgm:spPr/>
      <dgm:t>
        <a:bodyPr/>
        <a:lstStyle/>
        <a:p>
          <a:r>
            <a:rPr lang="en-US" b="1" baseline="0"/>
            <a:t>Family and fare impact</a:t>
          </a:r>
          <a:endParaRPr lang="en-US"/>
        </a:p>
      </dgm:t>
    </dgm:pt>
    <dgm:pt modelId="{9C7887C1-8998-4AED-B858-616F2D81B9A0}" type="parTrans" cxnId="{D040F229-4712-4EE0-9435-49ADE7610EC4}">
      <dgm:prSet/>
      <dgm:spPr/>
      <dgm:t>
        <a:bodyPr/>
        <a:lstStyle/>
        <a:p>
          <a:endParaRPr lang="en-US"/>
        </a:p>
      </dgm:t>
    </dgm:pt>
    <dgm:pt modelId="{25AED6AF-6129-4A91-9C34-9EA78E656204}" type="sibTrans" cxnId="{D040F229-4712-4EE0-9435-49ADE7610EC4}">
      <dgm:prSet/>
      <dgm:spPr/>
      <dgm:t>
        <a:bodyPr/>
        <a:lstStyle/>
        <a:p>
          <a:endParaRPr lang="en-US"/>
        </a:p>
      </dgm:t>
    </dgm:pt>
    <dgm:pt modelId="{461EA758-21FF-4394-AFB7-43677FC3F239}">
      <dgm:prSet/>
      <dgm:spPr/>
      <dgm:t>
        <a:bodyPr/>
        <a:lstStyle/>
        <a:p>
          <a:r>
            <a:rPr lang="en-US" b="1" baseline="0"/>
            <a:t>Relationships between variables</a:t>
          </a:r>
          <a:endParaRPr lang="en-US"/>
        </a:p>
      </dgm:t>
    </dgm:pt>
    <dgm:pt modelId="{E2D4C70D-EB3E-4005-A741-5D7881B25AF8}" type="parTrans" cxnId="{FA7B76D2-9988-43F6-9869-816C82035851}">
      <dgm:prSet/>
      <dgm:spPr/>
      <dgm:t>
        <a:bodyPr/>
        <a:lstStyle/>
        <a:p>
          <a:endParaRPr lang="en-US"/>
        </a:p>
      </dgm:t>
    </dgm:pt>
    <dgm:pt modelId="{D90A4165-3EC4-44CB-B98C-A0BE513B1441}" type="sibTrans" cxnId="{FA7B76D2-9988-43F6-9869-816C82035851}">
      <dgm:prSet/>
      <dgm:spPr/>
      <dgm:t>
        <a:bodyPr/>
        <a:lstStyle/>
        <a:p>
          <a:endParaRPr lang="en-US"/>
        </a:p>
      </dgm:t>
    </dgm:pt>
    <dgm:pt modelId="{11D076C6-818C-4063-B966-4DA2EAD60E03}">
      <dgm:prSet/>
      <dgm:spPr/>
      <dgm:t>
        <a:bodyPr/>
        <a:lstStyle/>
        <a:p>
          <a:r>
            <a:rPr lang="en-US" b="1" baseline="0" dirty="0"/>
            <a:t>The dataset has 12 columns as described in the brief. Two additional columns were created which where (Family size and Alone column)</a:t>
          </a:r>
          <a:endParaRPr lang="en-US" dirty="0"/>
        </a:p>
      </dgm:t>
    </dgm:pt>
    <dgm:pt modelId="{9C23A52E-B06B-4122-B2E5-B16AD2154F8E}" type="parTrans" cxnId="{9950803B-8FDD-467D-9C22-A598B3E8F1D8}">
      <dgm:prSet/>
      <dgm:spPr/>
      <dgm:t>
        <a:bodyPr/>
        <a:lstStyle/>
        <a:p>
          <a:endParaRPr lang="en-US"/>
        </a:p>
      </dgm:t>
    </dgm:pt>
    <dgm:pt modelId="{A991DFEF-5F43-4E20-81EF-358BB11F7838}" type="sibTrans" cxnId="{9950803B-8FDD-467D-9C22-A598B3E8F1D8}">
      <dgm:prSet/>
      <dgm:spPr/>
      <dgm:t>
        <a:bodyPr/>
        <a:lstStyle/>
        <a:p>
          <a:endParaRPr lang="en-US"/>
        </a:p>
      </dgm:t>
    </dgm:pt>
    <dgm:pt modelId="{C2CBF18E-A39A-4ADB-AD3C-9081E0A3507D}" type="pres">
      <dgm:prSet presAssocID="{8C430909-7C21-49A4-B912-B9335058AC2F}" presName="linear" presStyleCnt="0">
        <dgm:presLayoutVars>
          <dgm:animLvl val="lvl"/>
          <dgm:resizeHandles val="exact"/>
        </dgm:presLayoutVars>
      </dgm:prSet>
      <dgm:spPr/>
    </dgm:pt>
    <dgm:pt modelId="{71646F8B-9152-427D-A7E1-F8859558D280}" type="pres">
      <dgm:prSet presAssocID="{B03AC985-062F-4104-A778-C6874C7ED01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A1DF216-97B1-4699-BC7F-22E2A2203A5D}" type="pres">
      <dgm:prSet presAssocID="{C8F4C536-53C7-4BB4-82AB-6B649EB31670}" presName="spacer" presStyleCnt="0"/>
      <dgm:spPr/>
    </dgm:pt>
    <dgm:pt modelId="{BCB09F5C-651A-483C-9580-C8DB1BDADE38}" type="pres">
      <dgm:prSet presAssocID="{30ADBF6C-1B57-4804-9B00-6726CD4BCA8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32E44F5-E97C-4E0F-B722-FF85BAA4E422}" type="pres">
      <dgm:prSet presAssocID="{3A6AD51F-2426-43F2-9195-CB5B8D30514A}" presName="spacer" presStyleCnt="0"/>
      <dgm:spPr/>
    </dgm:pt>
    <dgm:pt modelId="{DF8D9818-7BAE-4435-8DA1-0B1F506AC6E0}" type="pres">
      <dgm:prSet presAssocID="{286FFF8D-E410-4FD6-97AC-949751FF208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3AE12BA-CE33-4BD5-A1F8-CB091823A18D}" type="pres">
      <dgm:prSet presAssocID="{6754BBA0-FA94-4ADD-A343-6829687A8F44}" presName="spacer" presStyleCnt="0"/>
      <dgm:spPr/>
    </dgm:pt>
    <dgm:pt modelId="{E7DE67C5-D103-4A06-99F5-668A47EEEE6C}" type="pres">
      <dgm:prSet presAssocID="{37C7BF56-BDF9-47DE-8C29-16068D4CE02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1EBF22F-C4EB-4016-B111-0DEEF98AF052}" type="pres">
      <dgm:prSet presAssocID="{25AED6AF-6129-4A91-9C34-9EA78E656204}" presName="spacer" presStyleCnt="0"/>
      <dgm:spPr/>
    </dgm:pt>
    <dgm:pt modelId="{B6A80E38-4787-4FF5-8E46-D9F6E81E15FF}" type="pres">
      <dgm:prSet presAssocID="{461EA758-21FF-4394-AFB7-43677FC3F23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5581A8E-59CA-48BE-9EC0-8101ABACFBBE}" type="pres">
      <dgm:prSet presAssocID="{D90A4165-3EC4-44CB-B98C-A0BE513B1441}" presName="spacer" presStyleCnt="0"/>
      <dgm:spPr/>
    </dgm:pt>
    <dgm:pt modelId="{88C47CBE-3DA2-48BF-835B-F38E1AAE2A52}" type="pres">
      <dgm:prSet presAssocID="{11D076C6-818C-4063-B966-4DA2EAD60E0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040F229-4712-4EE0-9435-49ADE7610EC4}" srcId="{8C430909-7C21-49A4-B912-B9335058AC2F}" destId="{37C7BF56-BDF9-47DE-8C29-16068D4CE027}" srcOrd="3" destOrd="0" parTransId="{9C7887C1-8998-4AED-B858-616F2D81B9A0}" sibTransId="{25AED6AF-6129-4A91-9C34-9EA78E656204}"/>
    <dgm:cxn modelId="{9950803B-8FDD-467D-9C22-A598B3E8F1D8}" srcId="{8C430909-7C21-49A4-B912-B9335058AC2F}" destId="{11D076C6-818C-4063-B966-4DA2EAD60E03}" srcOrd="5" destOrd="0" parTransId="{9C23A52E-B06B-4122-B2E5-B16AD2154F8E}" sibTransId="{A991DFEF-5F43-4E20-81EF-358BB11F7838}"/>
    <dgm:cxn modelId="{C45BEB5B-19DB-40B6-912A-281B26B19665}" type="presOf" srcId="{B03AC985-062F-4104-A778-C6874C7ED012}" destId="{71646F8B-9152-427D-A7E1-F8859558D280}" srcOrd="0" destOrd="0" presId="urn:microsoft.com/office/officeart/2005/8/layout/vList2"/>
    <dgm:cxn modelId="{E50F027C-7E70-44D0-B76B-B37E421F6E9E}" srcId="{8C430909-7C21-49A4-B912-B9335058AC2F}" destId="{30ADBF6C-1B57-4804-9B00-6726CD4BCA89}" srcOrd="1" destOrd="0" parTransId="{7F8F8E37-2F73-4211-A20B-EB8D20F68A56}" sibTransId="{3A6AD51F-2426-43F2-9195-CB5B8D30514A}"/>
    <dgm:cxn modelId="{497C1089-2D48-4042-9C20-01413B027D2F}" type="presOf" srcId="{37C7BF56-BDF9-47DE-8C29-16068D4CE027}" destId="{E7DE67C5-D103-4A06-99F5-668A47EEEE6C}" srcOrd="0" destOrd="0" presId="urn:microsoft.com/office/officeart/2005/8/layout/vList2"/>
    <dgm:cxn modelId="{C00F77C0-3347-477A-AAC0-6BF8D395F30D}" type="presOf" srcId="{8C430909-7C21-49A4-B912-B9335058AC2F}" destId="{C2CBF18E-A39A-4ADB-AD3C-9081E0A3507D}" srcOrd="0" destOrd="0" presId="urn:microsoft.com/office/officeart/2005/8/layout/vList2"/>
    <dgm:cxn modelId="{A72FAEC1-879C-4101-92B5-D6AE95F21E0D}" type="presOf" srcId="{461EA758-21FF-4394-AFB7-43677FC3F239}" destId="{B6A80E38-4787-4FF5-8E46-D9F6E81E15FF}" srcOrd="0" destOrd="0" presId="urn:microsoft.com/office/officeart/2005/8/layout/vList2"/>
    <dgm:cxn modelId="{AAE2C8CD-F205-4401-807D-DF30B3FB36B5}" type="presOf" srcId="{30ADBF6C-1B57-4804-9B00-6726CD4BCA89}" destId="{BCB09F5C-651A-483C-9580-C8DB1BDADE38}" srcOrd="0" destOrd="0" presId="urn:microsoft.com/office/officeart/2005/8/layout/vList2"/>
    <dgm:cxn modelId="{FA7B76D2-9988-43F6-9869-816C82035851}" srcId="{8C430909-7C21-49A4-B912-B9335058AC2F}" destId="{461EA758-21FF-4394-AFB7-43677FC3F239}" srcOrd="4" destOrd="0" parTransId="{E2D4C70D-EB3E-4005-A741-5D7881B25AF8}" sibTransId="{D90A4165-3EC4-44CB-B98C-A0BE513B1441}"/>
    <dgm:cxn modelId="{B51637E1-BA4C-4ED6-90DD-83311A3AA385}" type="presOf" srcId="{286FFF8D-E410-4FD6-97AC-949751FF208C}" destId="{DF8D9818-7BAE-4435-8DA1-0B1F506AC6E0}" srcOrd="0" destOrd="0" presId="urn:microsoft.com/office/officeart/2005/8/layout/vList2"/>
    <dgm:cxn modelId="{6DC2FDE7-6695-4500-92BE-05C9EF284323}" type="presOf" srcId="{11D076C6-818C-4063-B966-4DA2EAD60E03}" destId="{88C47CBE-3DA2-48BF-835B-F38E1AAE2A52}" srcOrd="0" destOrd="0" presId="urn:microsoft.com/office/officeart/2005/8/layout/vList2"/>
    <dgm:cxn modelId="{7B5005F1-F930-4E0A-A9F5-E8C3D06F67D3}" srcId="{8C430909-7C21-49A4-B912-B9335058AC2F}" destId="{B03AC985-062F-4104-A778-C6874C7ED012}" srcOrd="0" destOrd="0" parTransId="{512C4086-2D19-4865-8FAF-3C31D82C0D40}" sibTransId="{C8F4C536-53C7-4BB4-82AB-6B649EB31670}"/>
    <dgm:cxn modelId="{A07290F2-FFC3-4ABA-909E-0A02ADB88C6B}" srcId="{8C430909-7C21-49A4-B912-B9335058AC2F}" destId="{286FFF8D-E410-4FD6-97AC-949751FF208C}" srcOrd="2" destOrd="0" parTransId="{87C0D7EA-AAF7-4D2C-81AD-726E9B7D516A}" sibTransId="{6754BBA0-FA94-4ADD-A343-6829687A8F44}"/>
    <dgm:cxn modelId="{CFBC2B29-38BA-45FA-BBB6-5102B472D9C4}" type="presParOf" srcId="{C2CBF18E-A39A-4ADB-AD3C-9081E0A3507D}" destId="{71646F8B-9152-427D-A7E1-F8859558D280}" srcOrd="0" destOrd="0" presId="urn:microsoft.com/office/officeart/2005/8/layout/vList2"/>
    <dgm:cxn modelId="{C396D56E-CBE7-4C14-9B39-523F1CF0FEC6}" type="presParOf" srcId="{C2CBF18E-A39A-4ADB-AD3C-9081E0A3507D}" destId="{9A1DF216-97B1-4699-BC7F-22E2A2203A5D}" srcOrd="1" destOrd="0" presId="urn:microsoft.com/office/officeart/2005/8/layout/vList2"/>
    <dgm:cxn modelId="{595AE861-219B-4B22-B104-4796C51166B6}" type="presParOf" srcId="{C2CBF18E-A39A-4ADB-AD3C-9081E0A3507D}" destId="{BCB09F5C-651A-483C-9580-C8DB1BDADE38}" srcOrd="2" destOrd="0" presId="urn:microsoft.com/office/officeart/2005/8/layout/vList2"/>
    <dgm:cxn modelId="{E1E26BA5-9025-406E-8852-6CD42A4C530E}" type="presParOf" srcId="{C2CBF18E-A39A-4ADB-AD3C-9081E0A3507D}" destId="{D32E44F5-E97C-4E0F-B722-FF85BAA4E422}" srcOrd="3" destOrd="0" presId="urn:microsoft.com/office/officeart/2005/8/layout/vList2"/>
    <dgm:cxn modelId="{45A005DB-CD86-40C2-A303-3D5F7CECD87C}" type="presParOf" srcId="{C2CBF18E-A39A-4ADB-AD3C-9081E0A3507D}" destId="{DF8D9818-7BAE-4435-8DA1-0B1F506AC6E0}" srcOrd="4" destOrd="0" presId="urn:microsoft.com/office/officeart/2005/8/layout/vList2"/>
    <dgm:cxn modelId="{88AB547F-2F6E-4FBB-B32C-75E964AA718D}" type="presParOf" srcId="{C2CBF18E-A39A-4ADB-AD3C-9081E0A3507D}" destId="{43AE12BA-CE33-4BD5-A1F8-CB091823A18D}" srcOrd="5" destOrd="0" presId="urn:microsoft.com/office/officeart/2005/8/layout/vList2"/>
    <dgm:cxn modelId="{82F417B7-BC56-4E30-A4F3-D699E03876D0}" type="presParOf" srcId="{C2CBF18E-A39A-4ADB-AD3C-9081E0A3507D}" destId="{E7DE67C5-D103-4A06-99F5-668A47EEEE6C}" srcOrd="6" destOrd="0" presId="urn:microsoft.com/office/officeart/2005/8/layout/vList2"/>
    <dgm:cxn modelId="{458B0D83-83F3-4B96-90CB-FC7552EBCB43}" type="presParOf" srcId="{C2CBF18E-A39A-4ADB-AD3C-9081E0A3507D}" destId="{F1EBF22F-C4EB-4016-B111-0DEEF98AF052}" srcOrd="7" destOrd="0" presId="urn:microsoft.com/office/officeart/2005/8/layout/vList2"/>
    <dgm:cxn modelId="{83CA6719-AC58-4D97-A1BF-E5A519C11C6B}" type="presParOf" srcId="{C2CBF18E-A39A-4ADB-AD3C-9081E0A3507D}" destId="{B6A80E38-4787-4FF5-8E46-D9F6E81E15FF}" srcOrd="8" destOrd="0" presId="urn:microsoft.com/office/officeart/2005/8/layout/vList2"/>
    <dgm:cxn modelId="{701EBD28-B345-4414-9BE4-B618A85716AB}" type="presParOf" srcId="{C2CBF18E-A39A-4ADB-AD3C-9081E0A3507D}" destId="{A5581A8E-59CA-48BE-9EC0-8101ABACFBBE}" srcOrd="9" destOrd="0" presId="urn:microsoft.com/office/officeart/2005/8/layout/vList2"/>
    <dgm:cxn modelId="{96F2A8B1-1959-4CE3-BE9C-8FD92FA74026}" type="presParOf" srcId="{C2CBF18E-A39A-4ADB-AD3C-9081E0A3507D}" destId="{88C47CBE-3DA2-48BF-835B-F38E1AAE2A5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0008CF-CE20-40DD-8CA2-70FB46E56078}" type="doc">
      <dgm:prSet loTypeId="urn:microsoft.com/office/officeart/2005/8/layout/hList6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E113BA7-D76E-41D0-B18E-6A0C4CD0FB7A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baseline="0">
              <a:latin typeface="Aptos Black" panose="020B0004020202020204" pitchFamily="34" charset="0"/>
            </a:rPr>
            <a:t>Python Libraries: Pandas, NumPy, Matplotlib, Seaborn, Plotly</a:t>
          </a:r>
          <a:endParaRPr lang="en-US" sz="2000">
            <a:latin typeface="Aptos Black" panose="020B0004020202020204" pitchFamily="34" charset="0"/>
          </a:endParaRPr>
        </a:p>
      </dgm:t>
    </dgm:pt>
    <dgm:pt modelId="{8D3F6EBC-58E0-4E47-8A54-130D540983C1}" type="parTrans" cxnId="{B652A9AA-C3BD-420D-B353-235E66F0956F}">
      <dgm:prSet/>
      <dgm:spPr/>
      <dgm:t>
        <a:bodyPr/>
        <a:lstStyle/>
        <a:p>
          <a:pPr>
            <a:lnSpc>
              <a:spcPct val="150000"/>
            </a:lnSpc>
          </a:pPr>
          <a:endParaRPr lang="en-US" sz="2000">
            <a:latin typeface="Aptos Black" panose="020B0004020202020204" pitchFamily="34" charset="0"/>
          </a:endParaRPr>
        </a:p>
      </dgm:t>
    </dgm:pt>
    <dgm:pt modelId="{D8D7ED3A-3E34-4671-BBEB-2C1EDB9CBF58}" type="sibTrans" cxnId="{B652A9AA-C3BD-420D-B353-235E66F0956F}">
      <dgm:prSet/>
      <dgm:spPr/>
      <dgm:t>
        <a:bodyPr/>
        <a:lstStyle/>
        <a:p>
          <a:pPr>
            <a:lnSpc>
              <a:spcPct val="150000"/>
            </a:lnSpc>
          </a:pPr>
          <a:endParaRPr lang="en-US" sz="2000">
            <a:latin typeface="Aptos Black" panose="020B0004020202020204" pitchFamily="34" charset="0"/>
          </a:endParaRPr>
        </a:p>
      </dgm:t>
    </dgm:pt>
    <dgm:pt modelId="{4D86783E-71CC-48F9-A2A2-7503BE75EF12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baseline="0">
              <a:latin typeface="Aptos Black" panose="020B0004020202020204" pitchFamily="34" charset="0"/>
            </a:rPr>
            <a:t>• Jupyter Notebook for analysis and visualization</a:t>
          </a:r>
          <a:endParaRPr lang="en-US" sz="2000">
            <a:latin typeface="Aptos Black" panose="020B0004020202020204" pitchFamily="34" charset="0"/>
          </a:endParaRPr>
        </a:p>
      </dgm:t>
    </dgm:pt>
    <dgm:pt modelId="{9CE5E68B-B967-4C45-8D58-EC1DBE77E20B}" type="parTrans" cxnId="{1AD89422-A69B-4DED-AFBD-8AB95140E76A}">
      <dgm:prSet/>
      <dgm:spPr/>
      <dgm:t>
        <a:bodyPr/>
        <a:lstStyle/>
        <a:p>
          <a:pPr>
            <a:lnSpc>
              <a:spcPct val="150000"/>
            </a:lnSpc>
          </a:pPr>
          <a:endParaRPr lang="en-US" sz="2000">
            <a:latin typeface="Aptos Black" panose="020B0004020202020204" pitchFamily="34" charset="0"/>
          </a:endParaRPr>
        </a:p>
      </dgm:t>
    </dgm:pt>
    <dgm:pt modelId="{DF63F337-3688-4D4D-9121-5D05216FEBCE}" type="sibTrans" cxnId="{1AD89422-A69B-4DED-AFBD-8AB95140E76A}">
      <dgm:prSet/>
      <dgm:spPr/>
      <dgm:t>
        <a:bodyPr/>
        <a:lstStyle/>
        <a:p>
          <a:pPr>
            <a:lnSpc>
              <a:spcPct val="150000"/>
            </a:lnSpc>
          </a:pPr>
          <a:endParaRPr lang="en-US" sz="2000">
            <a:latin typeface="Aptos Black" panose="020B0004020202020204" pitchFamily="34" charset="0"/>
          </a:endParaRPr>
        </a:p>
      </dgm:t>
    </dgm:pt>
    <dgm:pt modelId="{1F389918-07AB-471B-BB21-777F1FCDE0B2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en-US" sz="2000" baseline="0">
              <a:latin typeface="Aptos Black" panose="020B0004020202020204" pitchFamily="34" charset="0"/>
            </a:rPr>
            <a:t>• Microsoft PowerPoint for final presentation</a:t>
          </a:r>
          <a:endParaRPr lang="en-US" sz="2000">
            <a:latin typeface="Aptos Black" panose="020B0004020202020204" pitchFamily="34" charset="0"/>
          </a:endParaRPr>
        </a:p>
      </dgm:t>
    </dgm:pt>
    <dgm:pt modelId="{14BC0A75-E929-4BE3-89E7-8CDE8B9C387B}" type="parTrans" cxnId="{70A84B0E-7A2D-474E-B920-A990ADC21083}">
      <dgm:prSet/>
      <dgm:spPr/>
      <dgm:t>
        <a:bodyPr/>
        <a:lstStyle/>
        <a:p>
          <a:pPr>
            <a:lnSpc>
              <a:spcPct val="150000"/>
            </a:lnSpc>
          </a:pPr>
          <a:endParaRPr lang="en-US" sz="2000">
            <a:latin typeface="Aptos Black" panose="020B0004020202020204" pitchFamily="34" charset="0"/>
          </a:endParaRPr>
        </a:p>
      </dgm:t>
    </dgm:pt>
    <dgm:pt modelId="{E9BFBEC4-8DD7-41AA-87F6-B5BF59F1F97B}" type="sibTrans" cxnId="{70A84B0E-7A2D-474E-B920-A990ADC21083}">
      <dgm:prSet/>
      <dgm:spPr/>
      <dgm:t>
        <a:bodyPr/>
        <a:lstStyle/>
        <a:p>
          <a:pPr>
            <a:lnSpc>
              <a:spcPct val="150000"/>
            </a:lnSpc>
          </a:pPr>
          <a:endParaRPr lang="en-US" sz="2000">
            <a:latin typeface="Aptos Black" panose="020B0004020202020204" pitchFamily="34" charset="0"/>
          </a:endParaRPr>
        </a:p>
      </dgm:t>
    </dgm:pt>
    <dgm:pt modelId="{485FB653-C4F7-4E4A-BC23-7E5B13D2C683}" type="pres">
      <dgm:prSet presAssocID="{650008CF-CE20-40DD-8CA2-70FB46E56078}" presName="Name0" presStyleCnt="0">
        <dgm:presLayoutVars>
          <dgm:dir/>
          <dgm:resizeHandles val="exact"/>
        </dgm:presLayoutVars>
      </dgm:prSet>
      <dgm:spPr/>
    </dgm:pt>
    <dgm:pt modelId="{CADDF6F1-C578-45EF-A40D-CF0B1C313154}" type="pres">
      <dgm:prSet presAssocID="{0E113BA7-D76E-41D0-B18E-6A0C4CD0FB7A}" presName="node" presStyleLbl="node1" presStyleIdx="0" presStyleCnt="3">
        <dgm:presLayoutVars>
          <dgm:bulletEnabled val="1"/>
        </dgm:presLayoutVars>
      </dgm:prSet>
      <dgm:spPr/>
    </dgm:pt>
    <dgm:pt modelId="{840C9924-1C78-4315-A7B2-F71FB392B6CF}" type="pres">
      <dgm:prSet presAssocID="{D8D7ED3A-3E34-4671-BBEB-2C1EDB9CBF58}" presName="sibTrans" presStyleCnt="0"/>
      <dgm:spPr/>
    </dgm:pt>
    <dgm:pt modelId="{B6D86E40-3788-4C0F-92ED-79DCEC058DC9}" type="pres">
      <dgm:prSet presAssocID="{4D86783E-71CC-48F9-A2A2-7503BE75EF12}" presName="node" presStyleLbl="node1" presStyleIdx="1" presStyleCnt="3">
        <dgm:presLayoutVars>
          <dgm:bulletEnabled val="1"/>
        </dgm:presLayoutVars>
      </dgm:prSet>
      <dgm:spPr/>
    </dgm:pt>
    <dgm:pt modelId="{13E85BCE-1592-44DF-801C-40803D01EBDD}" type="pres">
      <dgm:prSet presAssocID="{DF63F337-3688-4D4D-9121-5D05216FEBCE}" presName="sibTrans" presStyleCnt="0"/>
      <dgm:spPr/>
    </dgm:pt>
    <dgm:pt modelId="{3E197CDE-D382-4766-B869-9A4654D90EA6}" type="pres">
      <dgm:prSet presAssocID="{1F389918-07AB-471B-BB21-777F1FCDE0B2}" presName="node" presStyleLbl="node1" presStyleIdx="2" presStyleCnt="3">
        <dgm:presLayoutVars>
          <dgm:bulletEnabled val="1"/>
        </dgm:presLayoutVars>
      </dgm:prSet>
      <dgm:spPr/>
    </dgm:pt>
  </dgm:ptLst>
  <dgm:cxnLst>
    <dgm:cxn modelId="{70A84B0E-7A2D-474E-B920-A990ADC21083}" srcId="{650008CF-CE20-40DD-8CA2-70FB46E56078}" destId="{1F389918-07AB-471B-BB21-777F1FCDE0B2}" srcOrd="2" destOrd="0" parTransId="{14BC0A75-E929-4BE3-89E7-8CDE8B9C387B}" sibTransId="{E9BFBEC4-8DD7-41AA-87F6-B5BF59F1F97B}"/>
    <dgm:cxn modelId="{39582520-7F99-4BC7-9D0C-CEA1FE452F8D}" type="presOf" srcId="{4D86783E-71CC-48F9-A2A2-7503BE75EF12}" destId="{B6D86E40-3788-4C0F-92ED-79DCEC058DC9}" srcOrd="0" destOrd="0" presId="urn:microsoft.com/office/officeart/2005/8/layout/hList6"/>
    <dgm:cxn modelId="{1AD89422-A69B-4DED-AFBD-8AB95140E76A}" srcId="{650008CF-CE20-40DD-8CA2-70FB46E56078}" destId="{4D86783E-71CC-48F9-A2A2-7503BE75EF12}" srcOrd="1" destOrd="0" parTransId="{9CE5E68B-B967-4C45-8D58-EC1DBE77E20B}" sibTransId="{DF63F337-3688-4D4D-9121-5D05216FEBCE}"/>
    <dgm:cxn modelId="{ED9B9560-171A-40D1-AEA4-FA557AE0509F}" type="presOf" srcId="{0E113BA7-D76E-41D0-B18E-6A0C4CD0FB7A}" destId="{CADDF6F1-C578-45EF-A40D-CF0B1C313154}" srcOrd="0" destOrd="0" presId="urn:microsoft.com/office/officeart/2005/8/layout/hList6"/>
    <dgm:cxn modelId="{4B197A44-B3DB-41C6-BBAA-8DBAB41A1FCB}" type="presOf" srcId="{1F389918-07AB-471B-BB21-777F1FCDE0B2}" destId="{3E197CDE-D382-4766-B869-9A4654D90EA6}" srcOrd="0" destOrd="0" presId="urn:microsoft.com/office/officeart/2005/8/layout/hList6"/>
    <dgm:cxn modelId="{B652A9AA-C3BD-420D-B353-235E66F0956F}" srcId="{650008CF-CE20-40DD-8CA2-70FB46E56078}" destId="{0E113BA7-D76E-41D0-B18E-6A0C4CD0FB7A}" srcOrd="0" destOrd="0" parTransId="{8D3F6EBC-58E0-4E47-8A54-130D540983C1}" sibTransId="{D8D7ED3A-3E34-4671-BBEB-2C1EDB9CBF58}"/>
    <dgm:cxn modelId="{D8D9F0E7-FA00-4171-890A-FCAC8BDC2821}" type="presOf" srcId="{650008CF-CE20-40DD-8CA2-70FB46E56078}" destId="{485FB653-C4F7-4E4A-BC23-7E5B13D2C683}" srcOrd="0" destOrd="0" presId="urn:microsoft.com/office/officeart/2005/8/layout/hList6"/>
    <dgm:cxn modelId="{C0A9D00C-390E-4E33-BBB7-D61C32C6A9D4}" type="presParOf" srcId="{485FB653-C4F7-4E4A-BC23-7E5B13D2C683}" destId="{CADDF6F1-C578-45EF-A40D-CF0B1C313154}" srcOrd="0" destOrd="0" presId="urn:microsoft.com/office/officeart/2005/8/layout/hList6"/>
    <dgm:cxn modelId="{68262F6A-B5FB-48C8-A2F0-BEE8B93F9F45}" type="presParOf" srcId="{485FB653-C4F7-4E4A-BC23-7E5B13D2C683}" destId="{840C9924-1C78-4315-A7B2-F71FB392B6CF}" srcOrd="1" destOrd="0" presId="urn:microsoft.com/office/officeart/2005/8/layout/hList6"/>
    <dgm:cxn modelId="{0481477A-506E-4363-BA67-22CF9F6048D5}" type="presParOf" srcId="{485FB653-C4F7-4E4A-BC23-7E5B13D2C683}" destId="{B6D86E40-3788-4C0F-92ED-79DCEC058DC9}" srcOrd="2" destOrd="0" presId="urn:microsoft.com/office/officeart/2005/8/layout/hList6"/>
    <dgm:cxn modelId="{563D4CF8-20C7-4865-A568-1659B3BBC1A5}" type="presParOf" srcId="{485FB653-C4F7-4E4A-BC23-7E5B13D2C683}" destId="{13E85BCE-1592-44DF-801C-40803D01EBDD}" srcOrd="3" destOrd="0" presId="urn:microsoft.com/office/officeart/2005/8/layout/hList6"/>
    <dgm:cxn modelId="{7F0F100E-DE15-4F5B-8389-1892DBE013E9}" type="presParOf" srcId="{485FB653-C4F7-4E4A-BC23-7E5B13D2C683}" destId="{3E197CDE-D382-4766-B869-9A4654D90EA6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0BE7A8-8BC7-403B-B8CD-4E6AA31CAD9B}" type="doc">
      <dgm:prSet loTypeId="urn:microsoft.com/office/officeart/2005/8/layout/hProcess3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6CB03DC-44F5-476C-87CA-98D6F8106044}">
      <dgm:prSet custT="1"/>
      <dgm:spPr/>
      <dgm:t>
        <a:bodyPr/>
        <a:lstStyle/>
        <a:p>
          <a:pPr algn="l">
            <a:lnSpc>
              <a:spcPct val="150000"/>
            </a:lnSpc>
          </a:pPr>
          <a:r>
            <a:rPr lang="en-US" sz="2000" baseline="0" dirty="0">
              <a:latin typeface="Aptos Black" panose="020B0004020202020204" pitchFamily="34" charset="0"/>
            </a:rPr>
            <a:t>To analyze the Titanic dataset using Python libraries (Pandas, Seaborn, Plotly) to uncover insights into passenger demographics, survival patterns, and the factors influencing who survived the disaster.</a:t>
          </a:r>
          <a:endParaRPr lang="en-US" sz="2000" dirty="0">
            <a:latin typeface="Aptos Black" panose="020B0004020202020204" pitchFamily="34" charset="0"/>
          </a:endParaRPr>
        </a:p>
      </dgm:t>
    </dgm:pt>
    <dgm:pt modelId="{D3266931-176E-46BF-8EB0-5C3A36121089}" type="parTrans" cxnId="{C9882575-4087-49C4-AE82-4AE9997E23B8}">
      <dgm:prSet/>
      <dgm:spPr/>
      <dgm:t>
        <a:bodyPr/>
        <a:lstStyle/>
        <a:p>
          <a:endParaRPr lang="en-US"/>
        </a:p>
      </dgm:t>
    </dgm:pt>
    <dgm:pt modelId="{090AB025-976A-4B61-96E9-88898175FA86}" type="sibTrans" cxnId="{C9882575-4087-49C4-AE82-4AE9997E23B8}">
      <dgm:prSet/>
      <dgm:spPr/>
      <dgm:t>
        <a:bodyPr/>
        <a:lstStyle/>
        <a:p>
          <a:endParaRPr lang="en-US"/>
        </a:p>
      </dgm:t>
    </dgm:pt>
    <dgm:pt modelId="{D9FC747B-2721-46B7-BB80-5E0B01BBA285}" type="pres">
      <dgm:prSet presAssocID="{DF0BE7A8-8BC7-403B-B8CD-4E6AA31CAD9B}" presName="Name0" presStyleCnt="0">
        <dgm:presLayoutVars>
          <dgm:dir/>
          <dgm:animLvl val="lvl"/>
          <dgm:resizeHandles val="exact"/>
        </dgm:presLayoutVars>
      </dgm:prSet>
      <dgm:spPr/>
    </dgm:pt>
    <dgm:pt modelId="{EF6E0F79-967D-47C1-92EC-277A7D362BA0}" type="pres">
      <dgm:prSet presAssocID="{DF0BE7A8-8BC7-403B-B8CD-4E6AA31CAD9B}" presName="dummy" presStyleCnt="0"/>
      <dgm:spPr/>
    </dgm:pt>
    <dgm:pt modelId="{9D63B3FB-E742-44B3-AC47-AE8BFF7924D6}" type="pres">
      <dgm:prSet presAssocID="{DF0BE7A8-8BC7-403B-B8CD-4E6AA31CAD9B}" presName="linH" presStyleCnt="0"/>
      <dgm:spPr/>
    </dgm:pt>
    <dgm:pt modelId="{CF808766-3FC9-4C59-8323-95160AF60A7E}" type="pres">
      <dgm:prSet presAssocID="{DF0BE7A8-8BC7-403B-B8CD-4E6AA31CAD9B}" presName="padding1" presStyleCnt="0"/>
      <dgm:spPr/>
    </dgm:pt>
    <dgm:pt modelId="{0D37C206-1105-49E3-9212-D0BEADCBAB1E}" type="pres">
      <dgm:prSet presAssocID="{96CB03DC-44F5-476C-87CA-98D6F8106044}" presName="linV" presStyleCnt="0"/>
      <dgm:spPr/>
    </dgm:pt>
    <dgm:pt modelId="{CB8EE1D6-8F64-4350-8FFB-51975A5D8E4D}" type="pres">
      <dgm:prSet presAssocID="{96CB03DC-44F5-476C-87CA-98D6F8106044}" presName="spVertical1" presStyleCnt="0"/>
      <dgm:spPr/>
    </dgm:pt>
    <dgm:pt modelId="{A34D26F0-05A5-4664-95CB-FD3BD2708C6E}" type="pres">
      <dgm:prSet presAssocID="{96CB03DC-44F5-476C-87CA-98D6F8106044}" presName="parTx" presStyleLbl="revTx" presStyleIdx="0" presStyleCnt="1" custScaleY="190780">
        <dgm:presLayoutVars>
          <dgm:chMax val="0"/>
          <dgm:chPref val="0"/>
          <dgm:bulletEnabled val="1"/>
        </dgm:presLayoutVars>
      </dgm:prSet>
      <dgm:spPr/>
    </dgm:pt>
    <dgm:pt modelId="{F50CBD49-B647-4DDA-A0D5-A402D0F3ED50}" type="pres">
      <dgm:prSet presAssocID="{96CB03DC-44F5-476C-87CA-98D6F8106044}" presName="spVertical2" presStyleCnt="0"/>
      <dgm:spPr/>
    </dgm:pt>
    <dgm:pt modelId="{67FB0E55-BAC0-42A1-8141-D87F6CD7E699}" type="pres">
      <dgm:prSet presAssocID="{96CB03DC-44F5-476C-87CA-98D6F8106044}" presName="spVertical3" presStyleCnt="0"/>
      <dgm:spPr/>
    </dgm:pt>
    <dgm:pt modelId="{18F72FB5-B11E-4076-94C7-A7FD930444E4}" type="pres">
      <dgm:prSet presAssocID="{DF0BE7A8-8BC7-403B-B8CD-4E6AA31CAD9B}" presName="padding2" presStyleCnt="0"/>
      <dgm:spPr/>
    </dgm:pt>
    <dgm:pt modelId="{E526A476-4AC3-40F7-8732-743F173635FC}" type="pres">
      <dgm:prSet presAssocID="{DF0BE7A8-8BC7-403B-B8CD-4E6AA31CAD9B}" presName="negArrow" presStyleCnt="0"/>
      <dgm:spPr/>
    </dgm:pt>
    <dgm:pt modelId="{0F20A7BC-3D7A-4977-A86E-60155E1A24D2}" type="pres">
      <dgm:prSet presAssocID="{DF0BE7A8-8BC7-403B-B8CD-4E6AA31CAD9B}" presName="backgroundArrow" presStyleLbl="node1" presStyleIdx="0" presStyleCnt="1" custScaleY="798390"/>
      <dgm:spPr/>
    </dgm:pt>
  </dgm:ptLst>
  <dgm:cxnLst>
    <dgm:cxn modelId="{C9882575-4087-49C4-AE82-4AE9997E23B8}" srcId="{DF0BE7A8-8BC7-403B-B8CD-4E6AA31CAD9B}" destId="{96CB03DC-44F5-476C-87CA-98D6F8106044}" srcOrd="0" destOrd="0" parTransId="{D3266931-176E-46BF-8EB0-5C3A36121089}" sibTransId="{090AB025-976A-4B61-96E9-88898175FA86}"/>
    <dgm:cxn modelId="{5B2C10B1-4DC3-4BEF-ABC4-85EB35F0932D}" type="presOf" srcId="{DF0BE7A8-8BC7-403B-B8CD-4E6AA31CAD9B}" destId="{D9FC747B-2721-46B7-BB80-5E0B01BBA285}" srcOrd="0" destOrd="0" presId="urn:microsoft.com/office/officeart/2005/8/layout/hProcess3"/>
    <dgm:cxn modelId="{1C37C1DC-E258-43E5-AFB4-178623319633}" type="presOf" srcId="{96CB03DC-44F5-476C-87CA-98D6F8106044}" destId="{A34D26F0-05A5-4664-95CB-FD3BD2708C6E}" srcOrd="0" destOrd="0" presId="urn:microsoft.com/office/officeart/2005/8/layout/hProcess3"/>
    <dgm:cxn modelId="{0647667D-806D-47E1-865A-57107CF8EFB6}" type="presParOf" srcId="{D9FC747B-2721-46B7-BB80-5E0B01BBA285}" destId="{EF6E0F79-967D-47C1-92EC-277A7D362BA0}" srcOrd="0" destOrd="0" presId="urn:microsoft.com/office/officeart/2005/8/layout/hProcess3"/>
    <dgm:cxn modelId="{15E59C88-92A7-48F6-8D44-5AA024C18CF7}" type="presParOf" srcId="{D9FC747B-2721-46B7-BB80-5E0B01BBA285}" destId="{9D63B3FB-E742-44B3-AC47-AE8BFF7924D6}" srcOrd="1" destOrd="0" presId="urn:microsoft.com/office/officeart/2005/8/layout/hProcess3"/>
    <dgm:cxn modelId="{6A579FD9-0AD8-432F-BBC3-F2CAE47AD6F6}" type="presParOf" srcId="{9D63B3FB-E742-44B3-AC47-AE8BFF7924D6}" destId="{CF808766-3FC9-4C59-8323-95160AF60A7E}" srcOrd="0" destOrd="0" presId="urn:microsoft.com/office/officeart/2005/8/layout/hProcess3"/>
    <dgm:cxn modelId="{F7413B1C-2B72-40C7-9D1F-CFC7B109DA95}" type="presParOf" srcId="{9D63B3FB-E742-44B3-AC47-AE8BFF7924D6}" destId="{0D37C206-1105-49E3-9212-D0BEADCBAB1E}" srcOrd="1" destOrd="0" presId="urn:microsoft.com/office/officeart/2005/8/layout/hProcess3"/>
    <dgm:cxn modelId="{24ABE976-01EB-4C4D-AE36-50A30C4877C1}" type="presParOf" srcId="{0D37C206-1105-49E3-9212-D0BEADCBAB1E}" destId="{CB8EE1D6-8F64-4350-8FFB-51975A5D8E4D}" srcOrd="0" destOrd="0" presId="urn:microsoft.com/office/officeart/2005/8/layout/hProcess3"/>
    <dgm:cxn modelId="{3E57959F-D37C-47B4-821D-C2F25A87EF51}" type="presParOf" srcId="{0D37C206-1105-49E3-9212-D0BEADCBAB1E}" destId="{A34D26F0-05A5-4664-95CB-FD3BD2708C6E}" srcOrd="1" destOrd="0" presId="urn:microsoft.com/office/officeart/2005/8/layout/hProcess3"/>
    <dgm:cxn modelId="{81737274-FCC5-4129-825A-14CAB684A331}" type="presParOf" srcId="{0D37C206-1105-49E3-9212-D0BEADCBAB1E}" destId="{F50CBD49-B647-4DDA-A0D5-A402D0F3ED50}" srcOrd="2" destOrd="0" presId="urn:microsoft.com/office/officeart/2005/8/layout/hProcess3"/>
    <dgm:cxn modelId="{6AD496A8-FA5F-4841-A4D3-7B6CD048426B}" type="presParOf" srcId="{0D37C206-1105-49E3-9212-D0BEADCBAB1E}" destId="{67FB0E55-BAC0-42A1-8141-D87F6CD7E699}" srcOrd="3" destOrd="0" presId="urn:microsoft.com/office/officeart/2005/8/layout/hProcess3"/>
    <dgm:cxn modelId="{3A8324C8-C0F4-4232-82E3-74ACB6D82F6B}" type="presParOf" srcId="{9D63B3FB-E742-44B3-AC47-AE8BFF7924D6}" destId="{18F72FB5-B11E-4076-94C7-A7FD930444E4}" srcOrd="2" destOrd="0" presId="urn:microsoft.com/office/officeart/2005/8/layout/hProcess3"/>
    <dgm:cxn modelId="{D292F6DD-9933-4137-8B7B-557323549BA9}" type="presParOf" srcId="{9D63B3FB-E742-44B3-AC47-AE8BFF7924D6}" destId="{E526A476-4AC3-40F7-8732-743F173635FC}" srcOrd="3" destOrd="0" presId="urn:microsoft.com/office/officeart/2005/8/layout/hProcess3"/>
    <dgm:cxn modelId="{4926CB05-A48C-4E3B-864C-502773D49592}" type="presParOf" srcId="{9D63B3FB-E742-44B3-AC47-AE8BFF7924D6}" destId="{0F20A7BC-3D7A-4977-A86E-60155E1A24D2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6CF809-A222-4C21-88E9-061B227C367F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9D0023E-6784-4C6B-92AC-2E1DBA3342BD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b="1" baseline="0" dirty="0"/>
            <a:t>• Average passenger age: ~29 years.</a:t>
          </a:r>
          <a:endParaRPr lang="en-US" b="1" dirty="0"/>
        </a:p>
      </dgm:t>
    </dgm:pt>
    <dgm:pt modelId="{122C7448-BA12-42FF-9A7A-8FC5E6AED837}" type="parTrans" cxnId="{0BF4D6A0-6A47-44A2-BA86-80B6FC4E7E66}">
      <dgm:prSet/>
      <dgm:spPr/>
      <dgm:t>
        <a:bodyPr/>
        <a:lstStyle/>
        <a:p>
          <a:endParaRPr lang="en-US"/>
        </a:p>
      </dgm:t>
    </dgm:pt>
    <dgm:pt modelId="{18A5D096-5B20-4B5B-95B9-74BF2F107AFC}" type="sibTrans" cxnId="{0BF4D6A0-6A47-44A2-BA86-80B6FC4E7E66}">
      <dgm:prSet/>
      <dgm:spPr/>
      <dgm:t>
        <a:bodyPr/>
        <a:lstStyle/>
        <a:p>
          <a:endParaRPr lang="en-US"/>
        </a:p>
      </dgm:t>
    </dgm:pt>
    <dgm:pt modelId="{85EA1F4A-9E5F-487E-B6E9-C8DE298D3A37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b="1" baseline="0" dirty="0"/>
            <a:t>• Gender distribution: 65% male, 35% female.</a:t>
          </a:r>
          <a:endParaRPr lang="en-US" b="1" dirty="0"/>
        </a:p>
      </dgm:t>
    </dgm:pt>
    <dgm:pt modelId="{A0B5A329-1BA0-4A5B-8849-7793A5D6764E}" type="parTrans" cxnId="{F13104EE-B7BD-4CFA-8461-A868B1F971FB}">
      <dgm:prSet/>
      <dgm:spPr/>
      <dgm:t>
        <a:bodyPr/>
        <a:lstStyle/>
        <a:p>
          <a:endParaRPr lang="en-US"/>
        </a:p>
      </dgm:t>
    </dgm:pt>
    <dgm:pt modelId="{D6A04F5F-04D4-44E0-ABCE-6035AD2B340D}" type="sibTrans" cxnId="{F13104EE-B7BD-4CFA-8461-A868B1F971FB}">
      <dgm:prSet/>
      <dgm:spPr/>
      <dgm:t>
        <a:bodyPr/>
        <a:lstStyle/>
        <a:p>
          <a:endParaRPr lang="en-US"/>
        </a:p>
      </dgm:t>
    </dgm:pt>
    <dgm:pt modelId="{970799C7-BA9B-407F-9087-8092DD95B8D3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b="1" baseline="0" dirty="0"/>
            <a:t>• Class distribution: 55% 3rd class, 25% 1st class, 20% 2nd class.</a:t>
          </a:r>
          <a:endParaRPr lang="en-US" b="1" dirty="0"/>
        </a:p>
      </dgm:t>
    </dgm:pt>
    <dgm:pt modelId="{68FE4311-4FB0-4D97-B3DC-DD5BE1AF0BDA}" type="parTrans" cxnId="{195AC23E-72DB-448C-A231-FBA4128DFAF0}">
      <dgm:prSet/>
      <dgm:spPr/>
      <dgm:t>
        <a:bodyPr/>
        <a:lstStyle/>
        <a:p>
          <a:endParaRPr lang="en-US"/>
        </a:p>
      </dgm:t>
    </dgm:pt>
    <dgm:pt modelId="{17F91BFA-C9F4-46DB-9EA1-0E3365CC1FF0}" type="sibTrans" cxnId="{195AC23E-72DB-448C-A231-FBA4128DFAF0}">
      <dgm:prSet/>
      <dgm:spPr/>
      <dgm:t>
        <a:bodyPr/>
        <a:lstStyle/>
        <a:p>
          <a:endParaRPr lang="en-US"/>
        </a:p>
      </dgm:t>
    </dgm:pt>
    <dgm:pt modelId="{0CA331C5-3E7E-46D0-93D0-8B287BDD43C5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b="1" baseline="0" dirty="0"/>
            <a:t>• Majority of passengers paid fares below £100.</a:t>
          </a:r>
          <a:endParaRPr lang="en-US" b="1" dirty="0"/>
        </a:p>
      </dgm:t>
    </dgm:pt>
    <dgm:pt modelId="{B0938AC4-5446-4F43-930E-3BF3289924A3}" type="parTrans" cxnId="{AD657423-B82C-4F07-9ED9-8F02659171E7}">
      <dgm:prSet/>
      <dgm:spPr/>
      <dgm:t>
        <a:bodyPr/>
        <a:lstStyle/>
        <a:p>
          <a:endParaRPr lang="en-US"/>
        </a:p>
      </dgm:t>
    </dgm:pt>
    <dgm:pt modelId="{B71617C7-A269-4A0A-ACA4-53A2A2358EEE}" type="sibTrans" cxnId="{AD657423-B82C-4F07-9ED9-8F02659171E7}">
      <dgm:prSet/>
      <dgm:spPr/>
      <dgm:t>
        <a:bodyPr/>
        <a:lstStyle/>
        <a:p>
          <a:endParaRPr lang="en-US"/>
        </a:p>
      </dgm:t>
    </dgm:pt>
    <dgm:pt modelId="{A60425A7-0F8A-4A6E-9ADF-AB1A0A022B02}" type="pres">
      <dgm:prSet presAssocID="{346CF809-A222-4C21-88E9-061B227C367F}" presName="Name0" presStyleCnt="0">
        <dgm:presLayoutVars>
          <dgm:dir/>
          <dgm:resizeHandles val="exact"/>
        </dgm:presLayoutVars>
      </dgm:prSet>
      <dgm:spPr/>
    </dgm:pt>
    <dgm:pt modelId="{1F668A24-2FE5-4BC4-B7D3-AC509E9D1E92}" type="pres">
      <dgm:prSet presAssocID="{49D0023E-6784-4C6B-92AC-2E1DBA3342BD}" presName="node" presStyleLbl="node1" presStyleIdx="0" presStyleCnt="4">
        <dgm:presLayoutVars>
          <dgm:bulletEnabled val="1"/>
        </dgm:presLayoutVars>
      </dgm:prSet>
      <dgm:spPr/>
    </dgm:pt>
    <dgm:pt modelId="{9CAD4A04-0D34-4D22-B597-6CE9BCBC65E4}" type="pres">
      <dgm:prSet presAssocID="{18A5D096-5B20-4B5B-95B9-74BF2F107AFC}" presName="sibTrans" presStyleLbl="sibTrans2D1" presStyleIdx="0" presStyleCnt="3"/>
      <dgm:spPr/>
    </dgm:pt>
    <dgm:pt modelId="{B14F365C-7C54-4AB5-BFF3-19E37640BBA8}" type="pres">
      <dgm:prSet presAssocID="{18A5D096-5B20-4B5B-95B9-74BF2F107AFC}" presName="connectorText" presStyleLbl="sibTrans2D1" presStyleIdx="0" presStyleCnt="3"/>
      <dgm:spPr/>
    </dgm:pt>
    <dgm:pt modelId="{E0D630BB-67C3-492B-B2EA-8382A1B39E1E}" type="pres">
      <dgm:prSet presAssocID="{85EA1F4A-9E5F-487E-B6E9-C8DE298D3A37}" presName="node" presStyleLbl="node1" presStyleIdx="1" presStyleCnt="4">
        <dgm:presLayoutVars>
          <dgm:bulletEnabled val="1"/>
        </dgm:presLayoutVars>
      </dgm:prSet>
      <dgm:spPr/>
    </dgm:pt>
    <dgm:pt modelId="{597C731A-5DCB-4D9C-8A16-F4CFE4E1658C}" type="pres">
      <dgm:prSet presAssocID="{D6A04F5F-04D4-44E0-ABCE-6035AD2B340D}" presName="sibTrans" presStyleLbl="sibTrans2D1" presStyleIdx="1" presStyleCnt="3"/>
      <dgm:spPr/>
    </dgm:pt>
    <dgm:pt modelId="{7BBA3319-4EB0-41A1-B533-1D1350E50BA6}" type="pres">
      <dgm:prSet presAssocID="{D6A04F5F-04D4-44E0-ABCE-6035AD2B340D}" presName="connectorText" presStyleLbl="sibTrans2D1" presStyleIdx="1" presStyleCnt="3"/>
      <dgm:spPr/>
    </dgm:pt>
    <dgm:pt modelId="{4CD6531B-7414-4006-BCB4-94989431724C}" type="pres">
      <dgm:prSet presAssocID="{970799C7-BA9B-407F-9087-8092DD95B8D3}" presName="node" presStyleLbl="node1" presStyleIdx="2" presStyleCnt="4">
        <dgm:presLayoutVars>
          <dgm:bulletEnabled val="1"/>
        </dgm:presLayoutVars>
      </dgm:prSet>
      <dgm:spPr/>
    </dgm:pt>
    <dgm:pt modelId="{CF2710AB-B408-4B5E-B2CB-F4E3206E6DB4}" type="pres">
      <dgm:prSet presAssocID="{17F91BFA-C9F4-46DB-9EA1-0E3365CC1FF0}" presName="sibTrans" presStyleLbl="sibTrans2D1" presStyleIdx="2" presStyleCnt="3"/>
      <dgm:spPr/>
    </dgm:pt>
    <dgm:pt modelId="{D9E6FEE9-BEA0-4543-92C6-F2023EA5D004}" type="pres">
      <dgm:prSet presAssocID="{17F91BFA-C9F4-46DB-9EA1-0E3365CC1FF0}" presName="connectorText" presStyleLbl="sibTrans2D1" presStyleIdx="2" presStyleCnt="3"/>
      <dgm:spPr/>
    </dgm:pt>
    <dgm:pt modelId="{691E1A52-DCF6-4C14-82F1-FF3471C645E1}" type="pres">
      <dgm:prSet presAssocID="{0CA331C5-3E7E-46D0-93D0-8B287BDD43C5}" presName="node" presStyleLbl="node1" presStyleIdx="3" presStyleCnt="4">
        <dgm:presLayoutVars>
          <dgm:bulletEnabled val="1"/>
        </dgm:presLayoutVars>
      </dgm:prSet>
      <dgm:spPr/>
    </dgm:pt>
  </dgm:ptLst>
  <dgm:cxnLst>
    <dgm:cxn modelId="{3CC3B100-F5F3-4059-B5F1-F17CF4CC2B8A}" type="presOf" srcId="{17F91BFA-C9F4-46DB-9EA1-0E3365CC1FF0}" destId="{D9E6FEE9-BEA0-4543-92C6-F2023EA5D004}" srcOrd="1" destOrd="0" presId="urn:microsoft.com/office/officeart/2005/8/layout/process1"/>
    <dgm:cxn modelId="{C4FEBE0A-FBB0-43E2-9234-443E41EBBD3C}" type="presOf" srcId="{D6A04F5F-04D4-44E0-ABCE-6035AD2B340D}" destId="{7BBA3319-4EB0-41A1-B533-1D1350E50BA6}" srcOrd="1" destOrd="0" presId="urn:microsoft.com/office/officeart/2005/8/layout/process1"/>
    <dgm:cxn modelId="{7ABF550E-A092-43BD-A60F-B5435DAFA4F7}" type="presOf" srcId="{49D0023E-6784-4C6B-92AC-2E1DBA3342BD}" destId="{1F668A24-2FE5-4BC4-B7D3-AC509E9D1E92}" srcOrd="0" destOrd="0" presId="urn:microsoft.com/office/officeart/2005/8/layout/process1"/>
    <dgm:cxn modelId="{B4030014-B86B-4B47-A856-BB664B41CA34}" type="presOf" srcId="{970799C7-BA9B-407F-9087-8092DD95B8D3}" destId="{4CD6531B-7414-4006-BCB4-94989431724C}" srcOrd="0" destOrd="0" presId="urn:microsoft.com/office/officeart/2005/8/layout/process1"/>
    <dgm:cxn modelId="{AD657423-B82C-4F07-9ED9-8F02659171E7}" srcId="{346CF809-A222-4C21-88E9-061B227C367F}" destId="{0CA331C5-3E7E-46D0-93D0-8B287BDD43C5}" srcOrd="3" destOrd="0" parTransId="{B0938AC4-5446-4F43-930E-3BF3289924A3}" sibTransId="{B71617C7-A269-4A0A-ACA4-53A2A2358EEE}"/>
    <dgm:cxn modelId="{195AC23E-72DB-448C-A231-FBA4128DFAF0}" srcId="{346CF809-A222-4C21-88E9-061B227C367F}" destId="{970799C7-BA9B-407F-9087-8092DD95B8D3}" srcOrd="2" destOrd="0" parTransId="{68FE4311-4FB0-4D97-B3DC-DD5BE1AF0BDA}" sibTransId="{17F91BFA-C9F4-46DB-9EA1-0E3365CC1FF0}"/>
    <dgm:cxn modelId="{22945646-01AF-4B32-950F-98C7680E946E}" type="presOf" srcId="{0CA331C5-3E7E-46D0-93D0-8B287BDD43C5}" destId="{691E1A52-DCF6-4C14-82F1-FF3471C645E1}" srcOrd="0" destOrd="0" presId="urn:microsoft.com/office/officeart/2005/8/layout/process1"/>
    <dgm:cxn modelId="{C6577E55-B3CE-464D-BDDC-C578BE79F090}" type="presOf" srcId="{85EA1F4A-9E5F-487E-B6E9-C8DE298D3A37}" destId="{E0D630BB-67C3-492B-B2EA-8382A1B39E1E}" srcOrd="0" destOrd="0" presId="urn:microsoft.com/office/officeart/2005/8/layout/process1"/>
    <dgm:cxn modelId="{0FCA9B9C-4AF8-4D00-8375-99C80FE15A46}" type="presOf" srcId="{18A5D096-5B20-4B5B-95B9-74BF2F107AFC}" destId="{9CAD4A04-0D34-4D22-B597-6CE9BCBC65E4}" srcOrd="0" destOrd="0" presId="urn:microsoft.com/office/officeart/2005/8/layout/process1"/>
    <dgm:cxn modelId="{0BF4D6A0-6A47-44A2-BA86-80B6FC4E7E66}" srcId="{346CF809-A222-4C21-88E9-061B227C367F}" destId="{49D0023E-6784-4C6B-92AC-2E1DBA3342BD}" srcOrd="0" destOrd="0" parTransId="{122C7448-BA12-42FF-9A7A-8FC5E6AED837}" sibTransId="{18A5D096-5B20-4B5B-95B9-74BF2F107AFC}"/>
    <dgm:cxn modelId="{8DDD45A9-BEB8-4C09-80E8-0E3AC357E4FD}" type="presOf" srcId="{346CF809-A222-4C21-88E9-061B227C367F}" destId="{A60425A7-0F8A-4A6E-9ADF-AB1A0A022B02}" srcOrd="0" destOrd="0" presId="urn:microsoft.com/office/officeart/2005/8/layout/process1"/>
    <dgm:cxn modelId="{611B63B4-2FCD-46CA-8178-D36073450DB8}" type="presOf" srcId="{D6A04F5F-04D4-44E0-ABCE-6035AD2B340D}" destId="{597C731A-5DCB-4D9C-8A16-F4CFE4E1658C}" srcOrd="0" destOrd="0" presId="urn:microsoft.com/office/officeart/2005/8/layout/process1"/>
    <dgm:cxn modelId="{716ECBB5-EFC7-405A-987E-3F99A7E505EC}" type="presOf" srcId="{17F91BFA-C9F4-46DB-9EA1-0E3365CC1FF0}" destId="{CF2710AB-B408-4B5E-B2CB-F4E3206E6DB4}" srcOrd="0" destOrd="0" presId="urn:microsoft.com/office/officeart/2005/8/layout/process1"/>
    <dgm:cxn modelId="{17D1EFEB-6506-46D0-908F-6921A8604671}" type="presOf" srcId="{18A5D096-5B20-4B5B-95B9-74BF2F107AFC}" destId="{B14F365C-7C54-4AB5-BFF3-19E37640BBA8}" srcOrd="1" destOrd="0" presId="urn:microsoft.com/office/officeart/2005/8/layout/process1"/>
    <dgm:cxn modelId="{F13104EE-B7BD-4CFA-8461-A868B1F971FB}" srcId="{346CF809-A222-4C21-88E9-061B227C367F}" destId="{85EA1F4A-9E5F-487E-B6E9-C8DE298D3A37}" srcOrd="1" destOrd="0" parTransId="{A0B5A329-1BA0-4A5B-8849-7793A5D6764E}" sibTransId="{D6A04F5F-04D4-44E0-ABCE-6035AD2B340D}"/>
    <dgm:cxn modelId="{679F6AEA-53D1-4962-B17E-11D6DA1D1B30}" type="presParOf" srcId="{A60425A7-0F8A-4A6E-9ADF-AB1A0A022B02}" destId="{1F668A24-2FE5-4BC4-B7D3-AC509E9D1E92}" srcOrd="0" destOrd="0" presId="urn:microsoft.com/office/officeart/2005/8/layout/process1"/>
    <dgm:cxn modelId="{D8FA217A-B05C-4762-AF6F-E2CC1367D5F5}" type="presParOf" srcId="{A60425A7-0F8A-4A6E-9ADF-AB1A0A022B02}" destId="{9CAD4A04-0D34-4D22-B597-6CE9BCBC65E4}" srcOrd="1" destOrd="0" presId="urn:microsoft.com/office/officeart/2005/8/layout/process1"/>
    <dgm:cxn modelId="{5BDAE3BA-F802-49CE-903B-219326DC4A2A}" type="presParOf" srcId="{9CAD4A04-0D34-4D22-B597-6CE9BCBC65E4}" destId="{B14F365C-7C54-4AB5-BFF3-19E37640BBA8}" srcOrd="0" destOrd="0" presId="urn:microsoft.com/office/officeart/2005/8/layout/process1"/>
    <dgm:cxn modelId="{E5A70352-4C1B-4590-B98D-D66C573D4E00}" type="presParOf" srcId="{A60425A7-0F8A-4A6E-9ADF-AB1A0A022B02}" destId="{E0D630BB-67C3-492B-B2EA-8382A1B39E1E}" srcOrd="2" destOrd="0" presId="urn:microsoft.com/office/officeart/2005/8/layout/process1"/>
    <dgm:cxn modelId="{1EBAE6EC-5D4B-4437-8EA5-1BEFC760DE07}" type="presParOf" srcId="{A60425A7-0F8A-4A6E-9ADF-AB1A0A022B02}" destId="{597C731A-5DCB-4D9C-8A16-F4CFE4E1658C}" srcOrd="3" destOrd="0" presId="urn:microsoft.com/office/officeart/2005/8/layout/process1"/>
    <dgm:cxn modelId="{6B4444CB-8B9F-4FD9-B67A-44DE593F8591}" type="presParOf" srcId="{597C731A-5DCB-4D9C-8A16-F4CFE4E1658C}" destId="{7BBA3319-4EB0-41A1-B533-1D1350E50BA6}" srcOrd="0" destOrd="0" presId="urn:microsoft.com/office/officeart/2005/8/layout/process1"/>
    <dgm:cxn modelId="{2D9F744A-E02B-4731-AA6F-1E0ABFF4A7DD}" type="presParOf" srcId="{A60425A7-0F8A-4A6E-9ADF-AB1A0A022B02}" destId="{4CD6531B-7414-4006-BCB4-94989431724C}" srcOrd="4" destOrd="0" presId="urn:microsoft.com/office/officeart/2005/8/layout/process1"/>
    <dgm:cxn modelId="{C6D79CEF-3CCF-4DC0-A8E6-982605753D17}" type="presParOf" srcId="{A60425A7-0F8A-4A6E-9ADF-AB1A0A022B02}" destId="{CF2710AB-B408-4B5E-B2CB-F4E3206E6DB4}" srcOrd="5" destOrd="0" presId="urn:microsoft.com/office/officeart/2005/8/layout/process1"/>
    <dgm:cxn modelId="{B58CD37A-FF46-4D34-A583-908CF368BCBD}" type="presParOf" srcId="{CF2710AB-B408-4B5E-B2CB-F4E3206E6DB4}" destId="{D9E6FEE9-BEA0-4543-92C6-F2023EA5D004}" srcOrd="0" destOrd="0" presId="urn:microsoft.com/office/officeart/2005/8/layout/process1"/>
    <dgm:cxn modelId="{398E1B66-E32F-4BE8-AC6F-F635C9E3F7AE}" type="presParOf" srcId="{A60425A7-0F8A-4A6E-9ADF-AB1A0A022B02}" destId="{691E1A52-DCF6-4C14-82F1-FF3471C645E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DE554F-834D-484B-B2A5-2199614C11BB}" type="doc">
      <dgm:prSet loTypeId="urn:microsoft.com/office/officeart/2005/8/layout/lProcess3" loCatId="process" qsTypeId="urn:microsoft.com/office/officeart/2005/8/quickstyle/3d5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92541B4-4B9F-41B9-9A23-10E186077459}">
      <dgm:prSet/>
      <dgm:spPr/>
      <dgm:t>
        <a:bodyPr/>
        <a:lstStyle/>
        <a:p>
          <a:r>
            <a:rPr lang="en-US" baseline="0" dirty="0"/>
            <a:t>• Correlation heatmap showed strong links between Fare and Survival</a:t>
          </a:r>
          <a:endParaRPr lang="en-US" dirty="0"/>
        </a:p>
      </dgm:t>
    </dgm:pt>
    <dgm:pt modelId="{33167287-BF74-43FB-BFDC-7D9525857643}" type="parTrans" cxnId="{6F7E80C8-5AA3-4FD8-9EF8-4F528E02ACEA}">
      <dgm:prSet/>
      <dgm:spPr/>
      <dgm:t>
        <a:bodyPr/>
        <a:lstStyle/>
        <a:p>
          <a:endParaRPr lang="en-US"/>
        </a:p>
      </dgm:t>
    </dgm:pt>
    <dgm:pt modelId="{A0436BD7-9B06-4B96-B365-B46D41493806}" type="sibTrans" cxnId="{6F7E80C8-5AA3-4FD8-9EF8-4F528E02ACEA}">
      <dgm:prSet/>
      <dgm:spPr/>
      <dgm:t>
        <a:bodyPr/>
        <a:lstStyle/>
        <a:p>
          <a:endParaRPr lang="en-US"/>
        </a:p>
      </dgm:t>
    </dgm:pt>
    <dgm:pt modelId="{76FFAF69-137B-4DD4-B396-9244BB27B0B1}">
      <dgm:prSet/>
      <dgm:spPr/>
      <dgm:t>
        <a:bodyPr/>
        <a:lstStyle/>
        <a:p>
          <a:r>
            <a:rPr lang="en-US" baseline="0" dirty="0"/>
            <a:t>• Pairplots and scatter plots revealed more survivors among higher-paying passengers.</a:t>
          </a:r>
          <a:endParaRPr lang="en-US" dirty="0"/>
        </a:p>
      </dgm:t>
    </dgm:pt>
    <dgm:pt modelId="{B45161F0-89AE-41F6-8757-BB4A28D41E0A}" type="parTrans" cxnId="{05940938-3B0C-4013-AD7E-53113319A5F2}">
      <dgm:prSet/>
      <dgm:spPr/>
      <dgm:t>
        <a:bodyPr/>
        <a:lstStyle/>
        <a:p>
          <a:endParaRPr lang="en-US"/>
        </a:p>
      </dgm:t>
    </dgm:pt>
    <dgm:pt modelId="{E3DA5175-C775-42BE-B85C-F280858A9607}" type="sibTrans" cxnId="{05940938-3B0C-4013-AD7E-53113319A5F2}">
      <dgm:prSet/>
      <dgm:spPr/>
      <dgm:t>
        <a:bodyPr/>
        <a:lstStyle/>
        <a:p>
          <a:endParaRPr lang="en-US"/>
        </a:p>
      </dgm:t>
    </dgm:pt>
    <dgm:pt modelId="{296AE61D-376D-44D9-B2CB-4EAB6F5E9F81}">
      <dgm:prSet/>
      <dgm:spPr/>
      <dgm:t>
        <a:bodyPr/>
        <a:lstStyle/>
        <a:p>
          <a:r>
            <a:rPr lang="en-US" baseline="0"/>
            <a:t>• Interactive Plotly visuals highlighted women and upper-class passengers’ survival advantage.</a:t>
          </a:r>
          <a:endParaRPr lang="en-US"/>
        </a:p>
      </dgm:t>
    </dgm:pt>
    <dgm:pt modelId="{5C4E3F19-82B3-498C-9A2D-356EA6855747}" type="parTrans" cxnId="{97BEC5B5-08A1-4C95-BEE8-37680FADD6D7}">
      <dgm:prSet/>
      <dgm:spPr/>
      <dgm:t>
        <a:bodyPr/>
        <a:lstStyle/>
        <a:p>
          <a:endParaRPr lang="en-US"/>
        </a:p>
      </dgm:t>
    </dgm:pt>
    <dgm:pt modelId="{7F8E8A16-96AB-4EC4-BCD5-EF2DF2F060C3}" type="sibTrans" cxnId="{97BEC5B5-08A1-4C95-BEE8-37680FADD6D7}">
      <dgm:prSet/>
      <dgm:spPr/>
      <dgm:t>
        <a:bodyPr/>
        <a:lstStyle/>
        <a:p>
          <a:endParaRPr lang="en-US"/>
        </a:p>
      </dgm:t>
    </dgm:pt>
    <dgm:pt modelId="{CE224071-3DDA-4A84-B6F0-EE6BC8E273D3}" type="pres">
      <dgm:prSet presAssocID="{60DE554F-834D-484B-B2A5-2199614C11B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3B62B8E-437B-40F6-9E65-5F6A5B327FC1}" type="pres">
      <dgm:prSet presAssocID="{392541B4-4B9F-41B9-9A23-10E186077459}" presName="horFlow" presStyleCnt="0"/>
      <dgm:spPr/>
    </dgm:pt>
    <dgm:pt modelId="{B947081F-A7D6-475D-97E3-6FD91AC4C69B}" type="pres">
      <dgm:prSet presAssocID="{392541B4-4B9F-41B9-9A23-10E186077459}" presName="bigChev" presStyleLbl="node1" presStyleIdx="0" presStyleCnt="3" custLinFactX="-4654" custLinFactNeighborX="-100000" custLinFactNeighborY="93529"/>
      <dgm:spPr/>
    </dgm:pt>
    <dgm:pt modelId="{CD8F14CB-96DE-4BEA-882B-B9DAFC6A5FA3}" type="pres">
      <dgm:prSet presAssocID="{392541B4-4B9F-41B9-9A23-10E186077459}" presName="vSp" presStyleCnt="0"/>
      <dgm:spPr/>
    </dgm:pt>
    <dgm:pt modelId="{337A64A1-8059-486D-B86A-6114B3E2A531}" type="pres">
      <dgm:prSet presAssocID="{76FFAF69-137B-4DD4-B396-9244BB27B0B1}" presName="horFlow" presStyleCnt="0"/>
      <dgm:spPr/>
    </dgm:pt>
    <dgm:pt modelId="{9FD65A49-5EA3-43F3-9BEE-259E667BDCC6}" type="pres">
      <dgm:prSet presAssocID="{76FFAF69-137B-4DD4-B396-9244BB27B0B1}" presName="bigChev" presStyleLbl="node1" presStyleIdx="1" presStyleCnt="3" custLinFactNeighborX="88338" custLinFactNeighborY="-63864"/>
      <dgm:spPr/>
    </dgm:pt>
    <dgm:pt modelId="{6F5C6063-3513-4B0E-BAC3-2E6705FAC923}" type="pres">
      <dgm:prSet presAssocID="{76FFAF69-137B-4DD4-B396-9244BB27B0B1}" presName="vSp" presStyleCnt="0"/>
      <dgm:spPr/>
    </dgm:pt>
    <dgm:pt modelId="{B4B26AFE-D09D-4C46-9E08-ACAB963CEE95}" type="pres">
      <dgm:prSet presAssocID="{296AE61D-376D-44D9-B2CB-4EAB6F5E9F81}" presName="horFlow" presStyleCnt="0"/>
      <dgm:spPr/>
    </dgm:pt>
    <dgm:pt modelId="{B82AE839-60E5-43D8-B52F-FA57C3AED1E4}" type="pres">
      <dgm:prSet presAssocID="{296AE61D-376D-44D9-B2CB-4EAB6F5E9F81}" presName="bigChev" presStyleLbl="node1" presStyleIdx="2" presStyleCnt="3"/>
      <dgm:spPr/>
    </dgm:pt>
  </dgm:ptLst>
  <dgm:cxnLst>
    <dgm:cxn modelId="{D2FAF10B-7722-4C2C-96C3-47715C125046}" type="presOf" srcId="{392541B4-4B9F-41B9-9A23-10E186077459}" destId="{B947081F-A7D6-475D-97E3-6FD91AC4C69B}" srcOrd="0" destOrd="0" presId="urn:microsoft.com/office/officeart/2005/8/layout/lProcess3"/>
    <dgm:cxn modelId="{8FF9C32B-2E6F-4143-ABBC-16F47DD20F45}" type="presOf" srcId="{296AE61D-376D-44D9-B2CB-4EAB6F5E9F81}" destId="{B82AE839-60E5-43D8-B52F-FA57C3AED1E4}" srcOrd="0" destOrd="0" presId="urn:microsoft.com/office/officeart/2005/8/layout/lProcess3"/>
    <dgm:cxn modelId="{05940938-3B0C-4013-AD7E-53113319A5F2}" srcId="{60DE554F-834D-484B-B2A5-2199614C11BB}" destId="{76FFAF69-137B-4DD4-B396-9244BB27B0B1}" srcOrd="1" destOrd="0" parTransId="{B45161F0-89AE-41F6-8757-BB4A28D41E0A}" sibTransId="{E3DA5175-C775-42BE-B85C-F280858A9607}"/>
    <dgm:cxn modelId="{514DE44F-5B49-4068-8AC3-EC5C22975A40}" type="presOf" srcId="{76FFAF69-137B-4DD4-B396-9244BB27B0B1}" destId="{9FD65A49-5EA3-43F3-9BEE-259E667BDCC6}" srcOrd="0" destOrd="0" presId="urn:microsoft.com/office/officeart/2005/8/layout/lProcess3"/>
    <dgm:cxn modelId="{97BEC5B5-08A1-4C95-BEE8-37680FADD6D7}" srcId="{60DE554F-834D-484B-B2A5-2199614C11BB}" destId="{296AE61D-376D-44D9-B2CB-4EAB6F5E9F81}" srcOrd="2" destOrd="0" parTransId="{5C4E3F19-82B3-498C-9A2D-356EA6855747}" sibTransId="{7F8E8A16-96AB-4EC4-BCD5-EF2DF2F060C3}"/>
    <dgm:cxn modelId="{6F7E80C8-5AA3-4FD8-9EF8-4F528E02ACEA}" srcId="{60DE554F-834D-484B-B2A5-2199614C11BB}" destId="{392541B4-4B9F-41B9-9A23-10E186077459}" srcOrd="0" destOrd="0" parTransId="{33167287-BF74-43FB-BFDC-7D9525857643}" sibTransId="{A0436BD7-9B06-4B96-B365-B46D41493806}"/>
    <dgm:cxn modelId="{3030E8F0-BE94-4A07-9F32-C14E288ADD31}" type="presOf" srcId="{60DE554F-834D-484B-B2A5-2199614C11BB}" destId="{CE224071-3DDA-4A84-B6F0-EE6BC8E273D3}" srcOrd="0" destOrd="0" presId="urn:microsoft.com/office/officeart/2005/8/layout/lProcess3"/>
    <dgm:cxn modelId="{A22C10E9-58AA-4BAE-9E02-44B860B8AFE9}" type="presParOf" srcId="{CE224071-3DDA-4A84-B6F0-EE6BC8E273D3}" destId="{B3B62B8E-437B-40F6-9E65-5F6A5B327FC1}" srcOrd="0" destOrd="0" presId="urn:microsoft.com/office/officeart/2005/8/layout/lProcess3"/>
    <dgm:cxn modelId="{D39C880B-079F-477A-840B-DEE11A69A7EC}" type="presParOf" srcId="{B3B62B8E-437B-40F6-9E65-5F6A5B327FC1}" destId="{B947081F-A7D6-475D-97E3-6FD91AC4C69B}" srcOrd="0" destOrd="0" presId="urn:microsoft.com/office/officeart/2005/8/layout/lProcess3"/>
    <dgm:cxn modelId="{22FC2D47-4AA8-4F91-8490-2087699A39EA}" type="presParOf" srcId="{CE224071-3DDA-4A84-B6F0-EE6BC8E273D3}" destId="{CD8F14CB-96DE-4BEA-882B-B9DAFC6A5FA3}" srcOrd="1" destOrd="0" presId="urn:microsoft.com/office/officeart/2005/8/layout/lProcess3"/>
    <dgm:cxn modelId="{08FB7574-EECC-4355-BA8C-0771BCC492F8}" type="presParOf" srcId="{CE224071-3DDA-4A84-B6F0-EE6BC8E273D3}" destId="{337A64A1-8059-486D-B86A-6114B3E2A531}" srcOrd="2" destOrd="0" presId="urn:microsoft.com/office/officeart/2005/8/layout/lProcess3"/>
    <dgm:cxn modelId="{B2C6C012-3F27-443A-8AE5-8242EBD16B42}" type="presParOf" srcId="{337A64A1-8059-486D-B86A-6114B3E2A531}" destId="{9FD65A49-5EA3-43F3-9BEE-259E667BDCC6}" srcOrd="0" destOrd="0" presId="urn:microsoft.com/office/officeart/2005/8/layout/lProcess3"/>
    <dgm:cxn modelId="{E0421F2E-0E82-4493-81EA-59B36F05E1E1}" type="presParOf" srcId="{CE224071-3DDA-4A84-B6F0-EE6BC8E273D3}" destId="{6F5C6063-3513-4B0E-BAC3-2E6705FAC923}" srcOrd="3" destOrd="0" presId="urn:microsoft.com/office/officeart/2005/8/layout/lProcess3"/>
    <dgm:cxn modelId="{7310E7F8-9ACC-45D9-BBA5-BCA711CB5DF0}" type="presParOf" srcId="{CE224071-3DDA-4A84-B6F0-EE6BC8E273D3}" destId="{B4B26AFE-D09D-4C46-9E08-ACAB963CEE95}" srcOrd="4" destOrd="0" presId="urn:microsoft.com/office/officeart/2005/8/layout/lProcess3"/>
    <dgm:cxn modelId="{49781013-F4E7-498C-B766-783E99B197AA}" type="presParOf" srcId="{B4B26AFE-D09D-4C46-9E08-ACAB963CEE95}" destId="{B82AE839-60E5-43D8-B52F-FA57C3AED1E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94BCE6-BA63-47A9-99FC-C75A5B2CF6F9}" type="doc">
      <dgm:prSet loTypeId="urn:microsoft.com/office/officeart/2005/8/layout/vList5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791549E-A92D-4A53-A1EF-D64F835648A0}">
      <dgm:prSet/>
      <dgm:spPr/>
      <dgm:t>
        <a:bodyPr/>
        <a:lstStyle/>
        <a:p>
          <a:r>
            <a:rPr lang="en-US" b="1" baseline="0"/>
            <a:t>1- Gender (Most influential factor overall)</a:t>
          </a:r>
          <a:endParaRPr lang="en-US"/>
        </a:p>
      </dgm:t>
    </dgm:pt>
    <dgm:pt modelId="{7EB46295-F250-4FCF-85E2-C63DE99C227C}" type="parTrans" cxnId="{E61E539F-59EB-411A-BB3F-5899117AB7CC}">
      <dgm:prSet/>
      <dgm:spPr/>
      <dgm:t>
        <a:bodyPr/>
        <a:lstStyle/>
        <a:p>
          <a:endParaRPr lang="en-US"/>
        </a:p>
      </dgm:t>
    </dgm:pt>
    <dgm:pt modelId="{A75655BE-44EF-4BA2-B750-1368B8CB358E}" type="sibTrans" cxnId="{E61E539F-59EB-411A-BB3F-5899117AB7CC}">
      <dgm:prSet/>
      <dgm:spPr/>
      <dgm:t>
        <a:bodyPr/>
        <a:lstStyle/>
        <a:p>
          <a:endParaRPr lang="en-US"/>
        </a:p>
      </dgm:t>
    </dgm:pt>
    <dgm:pt modelId="{BA1640BD-5CDD-4D59-84D6-E8C82EB1CEB4}">
      <dgm:prSet/>
      <dgm:spPr/>
      <dgm:t>
        <a:bodyPr/>
        <a:lstStyle/>
        <a:p>
          <a:r>
            <a:rPr lang="en-US" baseline="0"/>
            <a:t>This reflects the </a:t>
          </a:r>
          <a:r>
            <a:rPr lang="en-US" i="1" baseline="0"/>
            <a:t>“women and children first”</a:t>
          </a:r>
          <a:r>
            <a:rPr lang="en-US" baseline="0"/>
            <a:t> evacuation policy.</a:t>
          </a:r>
          <a:endParaRPr lang="en-US"/>
        </a:p>
      </dgm:t>
    </dgm:pt>
    <dgm:pt modelId="{B027DC9B-0F19-44CB-8C47-F386E75651BB}" type="parTrans" cxnId="{B25EC2C1-D2AB-4CE9-B092-CD05B1AE7054}">
      <dgm:prSet/>
      <dgm:spPr/>
      <dgm:t>
        <a:bodyPr/>
        <a:lstStyle/>
        <a:p>
          <a:endParaRPr lang="en-US"/>
        </a:p>
      </dgm:t>
    </dgm:pt>
    <dgm:pt modelId="{B1680B44-0C58-4AD4-8C0A-074DCD9DE0B8}" type="sibTrans" cxnId="{B25EC2C1-D2AB-4CE9-B092-CD05B1AE7054}">
      <dgm:prSet/>
      <dgm:spPr/>
      <dgm:t>
        <a:bodyPr/>
        <a:lstStyle/>
        <a:p>
          <a:endParaRPr lang="en-US"/>
        </a:p>
      </dgm:t>
    </dgm:pt>
    <dgm:pt modelId="{E7671ECF-DC3C-4FAB-9F5F-D68A54F97092}">
      <dgm:prSet/>
      <dgm:spPr/>
      <dgm:t>
        <a:bodyPr/>
        <a:lstStyle/>
        <a:p>
          <a:r>
            <a:rPr lang="en-US" baseline="0"/>
            <a:t>Women were prioritized for lifeboats, especially those in higher classes.</a:t>
          </a:r>
          <a:endParaRPr lang="en-US"/>
        </a:p>
      </dgm:t>
    </dgm:pt>
    <dgm:pt modelId="{20E1DBD7-1455-4601-A411-8B6D9FBF72D1}" type="parTrans" cxnId="{1399F212-D7FA-4DC9-A9AD-047F219E217D}">
      <dgm:prSet/>
      <dgm:spPr/>
      <dgm:t>
        <a:bodyPr/>
        <a:lstStyle/>
        <a:p>
          <a:endParaRPr lang="en-US"/>
        </a:p>
      </dgm:t>
    </dgm:pt>
    <dgm:pt modelId="{00AFEF4A-DF53-48A7-B601-DE6BA7E01DC2}" type="sibTrans" cxnId="{1399F212-D7FA-4DC9-A9AD-047F219E217D}">
      <dgm:prSet/>
      <dgm:spPr/>
      <dgm:t>
        <a:bodyPr/>
        <a:lstStyle/>
        <a:p>
          <a:endParaRPr lang="en-US"/>
        </a:p>
      </dgm:t>
    </dgm:pt>
    <dgm:pt modelId="{0F186E43-D55A-4F82-84E1-20FC5CC6F42C}">
      <dgm:prSet/>
      <dgm:spPr/>
      <dgm:t>
        <a:bodyPr/>
        <a:lstStyle/>
        <a:p>
          <a:r>
            <a:rPr lang="en-US" b="1" baseline="0" dirty="0"/>
            <a:t>    2- Passenger Class (Socio-economic Status)</a:t>
          </a:r>
          <a:endParaRPr lang="en-US" dirty="0"/>
        </a:p>
      </dgm:t>
    </dgm:pt>
    <dgm:pt modelId="{5427E974-A11B-462A-869A-AF9707BA34E3}" type="parTrans" cxnId="{D012C5DF-CFCD-4955-8FF7-F82423012D04}">
      <dgm:prSet/>
      <dgm:spPr/>
      <dgm:t>
        <a:bodyPr/>
        <a:lstStyle/>
        <a:p>
          <a:endParaRPr lang="en-US"/>
        </a:p>
      </dgm:t>
    </dgm:pt>
    <dgm:pt modelId="{751E4BC0-30B2-41B6-B10E-496F4FEFF1CA}" type="sibTrans" cxnId="{D012C5DF-CFCD-4955-8FF7-F82423012D04}">
      <dgm:prSet/>
      <dgm:spPr/>
      <dgm:t>
        <a:bodyPr/>
        <a:lstStyle/>
        <a:p>
          <a:endParaRPr lang="en-US"/>
        </a:p>
      </dgm:t>
    </dgm:pt>
    <dgm:pt modelId="{BB22A0D1-D849-4C10-9246-D76C9D7AAAA2}">
      <dgm:prSet/>
      <dgm:spPr/>
      <dgm:t>
        <a:bodyPr/>
        <a:lstStyle/>
        <a:p>
          <a:r>
            <a:rPr lang="en-US" baseline="0"/>
            <a:t>Higher-class passengers had </a:t>
          </a:r>
          <a:r>
            <a:rPr lang="en-US" b="1" baseline="0"/>
            <a:t>better cabins</a:t>
          </a:r>
          <a:r>
            <a:rPr lang="en-US" baseline="0"/>
            <a:t>, </a:t>
          </a:r>
          <a:r>
            <a:rPr lang="en-US" b="1" baseline="0"/>
            <a:t>closer access to lifeboats</a:t>
          </a:r>
          <a:r>
            <a:rPr lang="en-US" baseline="0"/>
            <a:t>, and </a:t>
          </a:r>
          <a:r>
            <a:rPr lang="en-US" b="1" baseline="0"/>
            <a:t>crew assistance</a:t>
          </a:r>
          <a:r>
            <a:rPr lang="en-US" baseline="0"/>
            <a:t>, while 3rd-class passengers were </a:t>
          </a:r>
          <a:r>
            <a:rPr lang="en-US" b="1" baseline="0"/>
            <a:t>below deck</a:t>
          </a:r>
          <a:r>
            <a:rPr lang="en-US" baseline="0"/>
            <a:t>, delaying escape.</a:t>
          </a:r>
          <a:endParaRPr lang="en-US"/>
        </a:p>
      </dgm:t>
    </dgm:pt>
    <dgm:pt modelId="{1C9DC9D6-2EFB-41D1-89A8-DB8D7FA61C94}" type="parTrans" cxnId="{C7338A1D-C342-4C10-8398-7599F177943E}">
      <dgm:prSet/>
      <dgm:spPr/>
      <dgm:t>
        <a:bodyPr/>
        <a:lstStyle/>
        <a:p>
          <a:endParaRPr lang="en-US"/>
        </a:p>
      </dgm:t>
    </dgm:pt>
    <dgm:pt modelId="{1D75540D-1686-4594-9ACF-F01CA92D5FCD}" type="sibTrans" cxnId="{C7338A1D-C342-4C10-8398-7599F177943E}">
      <dgm:prSet/>
      <dgm:spPr/>
      <dgm:t>
        <a:bodyPr/>
        <a:lstStyle/>
        <a:p>
          <a:endParaRPr lang="en-US"/>
        </a:p>
      </dgm:t>
    </dgm:pt>
    <dgm:pt modelId="{9767AE73-F049-4709-919D-71FB5070572A}">
      <dgm:prSet/>
      <dgm:spPr/>
      <dgm:t>
        <a:bodyPr/>
        <a:lstStyle/>
        <a:p>
          <a:r>
            <a:rPr lang="en-US" b="1" baseline="0"/>
            <a:t>3- Family Size</a:t>
          </a:r>
          <a:endParaRPr lang="en-US"/>
        </a:p>
      </dgm:t>
    </dgm:pt>
    <dgm:pt modelId="{6E6670F0-6D35-4C07-8652-81A4091AB5B5}" type="parTrans" cxnId="{87407A22-44EC-4625-8146-7EDC8D8B1C99}">
      <dgm:prSet/>
      <dgm:spPr/>
      <dgm:t>
        <a:bodyPr/>
        <a:lstStyle/>
        <a:p>
          <a:endParaRPr lang="en-US"/>
        </a:p>
      </dgm:t>
    </dgm:pt>
    <dgm:pt modelId="{B5189F1E-FA56-494A-9E1B-114555014A79}" type="sibTrans" cxnId="{87407A22-44EC-4625-8146-7EDC8D8B1C99}">
      <dgm:prSet/>
      <dgm:spPr/>
      <dgm:t>
        <a:bodyPr/>
        <a:lstStyle/>
        <a:p>
          <a:endParaRPr lang="en-US"/>
        </a:p>
      </dgm:t>
    </dgm:pt>
    <dgm:pt modelId="{E3647E27-DD41-4182-9376-22E35E891971}">
      <dgm:prSet/>
      <dgm:spPr/>
      <dgm:t>
        <a:bodyPr/>
        <a:lstStyle/>
        <a:p>
          <a:r>
            <a:rPr lang="en-US" baseline="0"/>
            <a:t>Small families (2–4 members) had the </a:t>
          </a:r>
          <a:r>
            <a:rPr lang="en-US" b="1" baseline="0"/>
            <a:t>highest survival rate (~58%)</a:t>
          </a:r>
          <a:r>
            <a:rPr lang="en-US" baseline="0"/>
            <a:t>.</a:t>
          </a:r>
          <a:endParaRPr lang="en-US"/>
        </a:p>
      </dgm:t>
    </dgm:pt>
    <dgm:pt modelId="{44FD7D62-D94F-44C9-8FFA-2B754BE1721F}" type="parTrans" cxnId="{07198E57-6D61-48CC-8CF9-BF5BB80A3DC4}">
      <dgm:prSet/>
      <dgm:spPr/>
      <dgm:t>
        <a:bodyPr/>
        <a:lstStyle/>
        <a:p>
          <a:endParaRPr lang="en-US"/>
        </a:p>
      </dgm:t>
    </dgm:pt>
    <dgm:pt modelId="{F26FC28A-7E9D-4688-AE2F-9DD2E6067250}" type="sibTrans" cxnId="{07198E57-6D61-48CC-8CF9-BF5BB80A3DC4}">
      <dgm:prSet/>
      <dgm:spPr/>
      <dgm:t>
        <a:bodyPr/>
        <a:lstStyle/>
        <a:p>
          <a:endParaRPr lang="en-US"/>
        </a:p>
      </dgm:t>
    </dgm:pt>
    <dgm:pt modelId="{96B5F0DF-1633-46C0-9D8D-B180F5FE8711}">
      <dgm:prSet/>
      <dgm:spPr/>
      <dgm:t>
        <a:bodyPr/>
        <a:lstStyle/>
        <a:p>
          <a:r>
            <a:rPr lang="en-US" baseline="0"/>
            <a:t>This suggests </a:t>
          </a:r>
          <a:r>
            <a:rPr lang="en-US" b="1" baseline="0"/>
            <a:t>group coordination</a:t>
          </a:r>
          <a:r>
            <a:rPr lang="en-US" baseline="0"/>
            <a:t> mattered—families could help each other reach safety</a:t>
          </a:r>
          <a:endParaRPr lang="en-US"/>
        </a:p>
      </dgm:t>
    </dgm:pt>
    <dgm:pt modelId="{C5647AC2-F546-48D0-B1E5-0151750AC2F1}" type="parTrans" cxnId="{A0D87F81-7434-46C8-8879-498598391661}">
      <dgm:prSet/>
      <dgm:spPr/>
      <dgm:t>
        <a:bodyPr/>
        <a:lstStyle/>
        <a:p>
          <a:endParaRPr lang="en-US"/>
        </a:p>
      </dgm:t>
    </dgm:pt>
    <dgm:pt modelId="{B4F36630-67A9-410E-8CCC-9EED0C157866}" type="sibTrans" cxnId="{A0D87F81-7434-46C8-8879-498598391661}">
      <dgm:prSet/>
      <dgm:spPr/>
      <dgm:t>
        <a:bodyPr/>
        <a:lstStyle/>
        <a:p>
          <a:endParaRPr lang="en-US"/>
        </a:p>
      </dgm:t>
    </dgm:pt>
    <dgm:pt modelId="{F497D1E9-F4B3-4C51-A28A-8F4994266DCB}" type="pres">
      <dgm:prSet presAssocID="{A594BCE6-BA63-47A9-99FC-C75A5B2CF6F9}" presName="Name0" presStyleCnt="0">
        <dgm:presLayoutVars>
          <dgm:dir/>
          <dgm:animLvl val="lvl"/>
          <dgm:resizeHandles val="exact"/>
        </dgm:presLayoutVars>
      </dgm:prSet>
      <dgm:spPr/>
    </dgm:pt>
    <dgm:pt modelId="{A1252686-00CC-4113-AB2C-8C369B0164CB}" type="pres">
      <dgm:prSet presAssocID="{0791549E-A92D-4A53-A1EF-D64F835648A0}" presName="linNode" presStyleCnt="0"/>
      <dgm:spPr/>
    </dgm:pt>
    <dgm:pt modelId="{5ECA789C-E901-4FB3-AA2F-3E5153B7B4CD}" type="pres">
      <dgm:prSet presAssocID="{0791549E-A92D-4A53-A1EF-D64F835648A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1F70867-6887-4E1B-A01F-9FC003E6EF16}" type="pres">
      <dgm:prSet presAssocID="{0791549E-A92D-4A53-A1EF-D64F835648A0}" presName="descendantText" presStyleLbl="alignAccFollowNode1" presStyleIdx="0" presStyleCnt="3">
        <dgm:presLayoutVars>
          <dgm:bulletEnabled val="1"/>
        </dgm:presLayoutVars>
      </dgm:prSet>
      <dgm:spPr/>
    </dgm:pt>
    <dgm:pt modelId="{B03E48A9-53DA-4DAA-9D8C-5D18C459658E}" type="pres">
      <dgm:prSet presAssocID="{A75655BE-44EF-4BA2-B750-1368B8CB358E}" presName="sp" presStyleCnt="0"/>
      <dgm:spPr/>
    </dgm:pt>
    <dgm:pt modelId="{84B41117-D8C7-47F3-8A3D-0C40C4414937}" type="pres">
      <dgm:prSet presAssocID="{0F186E43-D55A-4F82-84E1-20FC5CC6F42C}" presName="linNode" presStyleCnt="0"/>
      <dgm:spPr/>
    </dgm:pt>
    <dgm:pt modelId="{8B888014-3929-4B88-8B31-0DE5B3C3095C}" type="pres">
      <dgm:prSet presAssocID="{0F186E43-D55A-4F82-84E1-20FC5CC6F42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ABEA728-2893-4C57-91A0-0D2D0DD1F78B}" type="pres">
      <dgm:prSet presAssocID="{0F186E43-D55A-4F82-84E1-20FC5CC6F42C}" presName="descendantText" presStyleLbl="alignAccFollowNode1" presStyleIdx="1" presStyleCnt="3">
        <dgm:presLayoutVars>
          <dgm:bulletEnabled val="1"/>
        </dgm:presLayoutVars>
      </dgm:prSet>
      <dgm:spPr/>
    </dgm:pt>
    <dgm:pt modelId="{3E84D0B4-72A7-467E-B5F0-8014F34B9E4F}" type="pres">
      <dgm:prSet presAssocID="{751E4BC0-30B2-41B6-B10E-496F4FEFF1CA}" presName="sp" presStyleCnt="0"/>
      <dgm:spPr/>
    </dgm:pt>
    <dgm:pt modelId="{72BFACA4-8ACB-49C2-AFA9-9ADBBB9B9068}" type="pres">
      <dgm:prSet presAssocID="{9767AE73-F049-4709-919D-71FB5070572A}" presName="linNode" presStyleCnt="0"/>
      <dgm:spPr/>
    </dgm:pt>
    <dgm:pt modelId="{BAF197E9-57E8-4FCC-B6EC-84B174218FAC}" type="pres">
      <dgm:prSet presAssocID="{9767AE73-F049-4709-919D-71FB5070572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091FA4C-95CE-4B33-A2A4-1A97A7EC817F}" type="pres">
      <dgm:prSet presAssocID="{9767AE73-F049-4709-919D-71FB5070572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1399F212-D7FA-4DC9-A9AD-047F219E217D}" srcId="{0791549E-A92D-4A53-A1EF-D64F835648A0}" destId="{E7671ECF-DC3C-4FAB-9F5F-D68A54F97092}" srcOrd="1" destOrd="0" parTransId="{20E1DBD7-1455-4601-A411-8B6D9FBF72D1}" sibTransId="{00AFEF4A-DF53-48A7-B601-DE6BA7E01DC2}"/>
    <dgm:cxn modelId="{C7338A1D-C342-4C10-8398-7599F177943E}" srcId="{0F186E43-D55A-4F82-84E1-20FC5CC6F42C}" destId="{BB22A0D1-D849-4C10-9246-D76C9D7AAAA2}" srcOrd="0" destOrd="0" parTransId="{1C9DC9D6-2EFB-41D1-89A8-DB8D7FA61C94}" sibTransId="{1D75540D-1686-4594-9ACF-F01CA92D5FCD}"/>
    <dgm:cxn modelId="{87407A22-44EC-4625-8146-7EDC8D8B1C99}" srcId="{A594BCE6-BA63-47A9-99FC-C75A5B2CF6F9}" destId="{9767AE73-F049-4709-919D-71FB5070572A}" srcOrd="2" destOrd="0" parTransId="{6E6670F0-6D35-4C07-8652-81A4091AB5B5}" sibTransId="{B5189F1E-FA56-494A-9E1B-114555014A79}"/>
    <dgm:cxn modelId="{AA268E28-2034-4B06-9FED-4D3F5759ECCF}" type="presOf" srcId="{BB22A0D1-D849-4C10-9246-D76C9D7AAAA2}" destId="{8ABEA728-2893-4C57-91A0-0D2D0DD1F78B}" srcOrd="0" destOrd="0" presId="urn:microsoft.com/office/officeart/2005/8/layout/vList5"/>
    <dgm:cxn modelId="{E5ECE15E-3CE6-4530-A3E7-65C8E5D8863D}" type="presOf" srcId="{0791549E-A92D-4A53-A1EF-D64F835648A0}" destId="{5ECA789C-E901-4FB3-AA2F-3E5153B7B4CD}" srcOrd="0" destOrd="0" presId="urn:microsoft.com/office/officeart/2005/8/layout/vList5"/>
    <dgm:cxn modelId="{3DE8A548-71AF-4892-ADF8-ACCE651CB4CE}" type="presOf" srcId="{BA1640BD-5CDD-4D59-84D6-E8C82EB1CEB4}" destId="{B1F70867-6887-4E1B-A01F-9FC003E6EF16}" srcOrd="0" destOrd="0" presId="urn:microsoft.com/office/officeart/2005/8/layout/vList5"/>
    <dgm:cxn modelId="{07198E57-6D61-48CC-8CF9-BF5BB80A3DC4}" srcId="{9767AE73-F049-4709-919D-71FB5070572A}" destId="{E3647E27-DD41-4182-9376-22E35E891971}" srcOrd="0" destOrd="0" parTransId="{44FD7D62-D94F-44C9-8FFA-2B754BE1721F}" sibTransId="{F26FC28A-7E9D-4688-AE2F-9DD2E6067250}"/>
    <dgm:cxn modelId="{A0D87F81-7434-46C8-8879-498598391661}" srcId="{9767AE73-F049-4709-919D-71FB5070572A}" destId="{96B5F0DF-1633-46C0-9D8D-B180F5FE8711}" srcOrd="1" destOrd="0" parTransId="{C5647AC2-F546-48D0-B1E5-0151750AC2F1}" sibTransId="{B4F36630-67A9-410E-8CCC-9EED0C157866}"/>
    <dgm:cxn modelId="{E61E539F-59EB-411A-BB3F-5899117AB7CC}" srcId="{A594BCE6-BA63-47A9-99FC-C75A5B2CF6F9}" destId="{0791549E-A92D-4A53-A1EF-D64F835648A0}" srcOrd="0" destOrd="0" parTransId="{7EB46295-F250-4FCF-85E2-C63DE99C227C}" sibTransId="{A75655BE-44EF-4BA2-B750-1368B8CB358E}"/>
    <dgm:cxn modelId="{1A8A8EAB-63F2-43CC-BE18-4437FCF65BE6}" type="presOf" srcId="{E3647E27-DD41-4182-9376-22E35E891971}" destId="{2091FA4C-95CE-4B33-A2A4-1A97A7EC817F}" srcOrd="0" destOrd="0" presId="urn:microsoft.com/office/officeart/2005/8/layout/vList5"/>
    <dgm:cxn modelId="{2DA1F6AE-46F1-4B17-A92A-2C11B5A57206}" type="presOf" srcId="{A594BCE6-BA63-47A9-99FC-C75A5B2CF6F9}" destId="{F497D1E9-F4B3-4C51-A28A-8F4994266DCB}" srcOrd="0" destOrd="0" presId="urn:microsoft.com/office/officeart/2005/8/layout/vList5"/>
    <dgm:cxn modelId="{43C0D6B0-2E5D-4FE0-B1E8-6C1D79E8F783}" type="presOf" srcId="{96B5F0DF-1633-46C0-9D8D-B180F5FE8711}" destId="{2091FA4C-95CE-4B33-A2A4-1A97A7EC817F}" srcOrd="0" destOrd="1" presId="urn:microsoft.com/office/officeart/2005/8/layout/vList5"/>
    <dgm:cxn modelId="{B25EC2C1-D2AB-4CE9-B092-CD05B1AE7054}" srcId="{0791549E-A92D-4A53-A1EF-D64F835648A0}" destId="{BA1640BD-5CDD-4D59-84D6-E8C82EB1CEB4}" srcOrd="0" destOrd="0" parTransId="{B027DC9B-0F19-44CB-8C47-F386E75651BB}" sibTransId="{B1680B44-0C58-4AD4-8C0A-074DCD9DE0B8}"/>
    <dgm:cxn modelId="{7E334AC5-51CE-420E-A2AD-AA1F1CF888B7}" type="presOf" srcId="{E7671ECF-DC3C-4FAB-9F5F-D68A54F97092}" destId="{B1F70867-6887-4E1B-A01F-9FC003E6EF16}" srcOrd="0" destOrd="1" presId="urn:microsoft.com/office/officeart/2005/8/layout/vList5"/>
    <dgm:cxn modelId="{7F2FEEDC-C427-4D74-9611-1EB25A590D0F}" type="presOf" srcId="{0F186E43-D55A-4F82-84E1-20FC5CC6F42C}" destId="{8B888014-3929-4B88-8B31-0DE5B3C3095C}" srcOrd="0" destOrd="0" presId="urn:microsoft.com/office/officeart/2005/8/layout/vList5"/>
    <dgm:cxn modelId="{D012C5DF-CFCD-4955-8FF7-F82423012D04}" srcId="{A594BCE6-BA63-47A9-99FC-C75A5B2CF6F9}" destId="{0F186E43-D55A-4F82-84E1-20FC5CC6F42C}" srcOrd="1" destOrd="0" parTransId="{5427E974-A11B-462A-869A-AF9707BA34E3}" sibTransId="{751E4BC0-30B2-41B6-B10E-496F4FEFF1CA}"/>
    <dgm:cxn modelId="{DCC331E7-C34E-4E6A-8969-3345A4AFD2F3}" type="presOf" srcId="{9767AE73-F049-4709-919D-71FB5070572A}" destId="{BAF197E9-57E8-4FCC-B6EC-84B174218FAC}" srcOrd="0" destOrd="0" presId="urn:microsoft.com/office/officeart/2005/8/layout/vList5"/>
    <dgm:cxn modelId="{ADFD629F-34B5-458F-98FA-A5CB9B0FFFC3}" type="presParOf" srcId="{F497D1E9-F4B3-4C51-A28A-8F4994266DCB}" destId="{A1252686-00CC-4113-AB2C-8C369B0164CB}" srcOrd="0" destOrd="0" presId="urn:microsoft.com/office/officeart/2005/8/layout/vList5"/>
    <dgm:cxn modelId="{740170F7-E052-4164-B24E-3C275496911B}" type="presParOf" srcId="{A1252686-00CC-4113-AB2C-8C369B0164CB}" destId="{5ECA789C-E901-4FB3-AA2F-3E5153B7B4CD}" srcOrd="0" destOrd="0" presId="urn:microsoft.com/office/officeart/2005/8/layout/vList5"/>
    <dgm:cxn modelId="{37B10F68-A1BA-4560-A183-D71B14521056}" type="presParOf" srcId="{A1252686-00CC-4113-AB2C-8C369B0164CB}" destId="{B1F70867-6887-4E1B-A01F-9FC003E6EF16}" srcOrd="1" destOrd="0" presId="urn:microsoft.com/office/officeart/2005/8/layout/vList5"/>
    <dgm:cxn modelId="{D44B60E1-21E2-4B03-A9F3-AAB8B7D59238}" type="presParOf" srcId="{F497D1E9-F4B3-4C51-A28A-8F4994266DCB}" destId="{B03E48A9-53DA-4DAA-9D8C-5D18C459658E}" srcOrd="1" destOrd="0" presId="urn:microsoft.com/office/officeart/2005/8/layout/vList5"/>
    <dgm:cxn modelId="{E0150B11-70C3-46AA-B706-FC97D765902D}" type="presParOf" srcId="{F497D1E9-F4B3-4C51-A28A-8F4994266DCB}" destId="{84B41117-D8C7-47F3-8A3D-0C40C4414937}" srcOrd="2" destOrd="0" presId="urn:microsoft.com/office/officeart/2005/8/layout/vList5"/>
    <dgm:cxn modelId="{A1CD0224-4AF2-4514-BFD4-A17D8668E7CC}" type="presParOf" srcId="{84B41117-D8C7-47F3-8A3D-0C40C4414937}" destId="{8B888014-3929-4B88-8B31-0DE5B3C3095C}" srcOrd="0" destOrd="0" presId="urn:microsoft.com/office/officeart/2005/8/layout/vList5"/>
    <dgm:cxn modelId="{B2572417-F0EC-4D3C-B1E6-408FED77DE5C}" type="presParOf" srcId="{84B41117-D8C7-47F3-8A3D-0C40C4414937}" destId="{8ABEA728-2893-4C57-91A0-0D2D0DD1F78B}" srcOrd="1" destOrd="0" presId="urn:microsoft.com/office/officeart/2005/8/layout/vList5"/>
    <dgm:cxn modelId="{0E26AA03-61F9-416D-9EC7-07559A888BA8}" type="presParOf" srcId="{F497D1E9-F4B3-4C51-A28A-8F4994266DCB}" destId="{3E84D0B4-72A7-467E-B5F0-8014F34B9E4F}" srcOrd="3" destOrd="0" presId="urn:microsoft.com/office/officeart/2005/8/layout/vList5"/>
    <dgm:cxn modelId="{4711FEAD-9EBC-4EA9-8460-90D5FE29DA34}" type="presParOf" srcId="{F497D1E9-F4B3-4C51-A28A-8F4994266DCB}" destId="{72BFACA4-8ACB-49C2-AFA9-9ADBBB9B9068}" srcOrd="4" destOrd="0" presId="urn:microsoft.com/office/officeart/2005/8/layout/vList5"/>
    <dgm:cxn modelId="{F745E9EC-AC1F-4F80-89E2-536BC377B224}" type="presParOf" srcId="{72BFACA4-8ACB-49C2-AFA9-9ADBBB9B9068}" destId="{BAF197E9-57E8-4FCC-B6EC-84B174218FAC}" srcOrd="0" destOrd="0" presId="urn:microsoft.com/office/officeart/2005/8/layout/vList5"/>
    <dgm:cxn modelId="{2B204548-B77A-4084-AA56-276243828FAC}" type="presParOf" srcId="{72BFACA4-8ACB-49C2-AFA9-9ADBBB9B9068}" destId="{2091FA4C-95CE-4B33-A2A4-1A97A7EC817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A61196-376A-48B8-B0A6-D13CA6B0B415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D7ADAA0-6BCC-4A71-BB86-B190201EE197}">
      <dgm:prSet/>
      <dgm:spPr/>
      <dgm:t>
        <a:bodyPr/>
        <a:lstStyle/>
        <a:p>
          <a:r>
            <a:rPr lang="en-US" b="1" baseline="0"/>
            <a:t>4- Fare (Wealth Indicator)</a:t>
          </a:r>
          <a:endParaRPr lang="en-US"/>
        </a:p>
      </dgm:t>
    </dgm:pt>
    <dgm:pt modelId="{BBD03B8E-9F82-40D3-AACC-D81EFB11083A}" type="parTrans" cxnId="{CBB9F8C9-D5BC-4F53-B622-E9B0DE6161D8}">
      <dgm:prSet/>
      <dgm:spPr/>
      <dgm:t>
        <a:bodyPr/>
        <a:lstStyle/>
        <a:p>
          <a:endParaRPr lang="en-US"/>
        </a:p>
      </dgm:t>
    </dgm:pt>
    <dgm:pt modelId="{D9AB7BA7-9E21-4BAA-9612-CDFA7D942AC6}" type="sibTrans" cxnId="{CBB9F8C9-D5BC-4F53-B622-E9B0DE6161D8}">
      <dgm:prSet/>
      <dgm:spPr/>
      <dgm:t>
        <a:bodyPr/>
        <a:lstStyle/>
        <a:p>
          <a:endParaRPr lang="en-US"/>
        </a:p>
      </dgm:t>
    </dgm:pt>
    <dgm:pt modelId="{2F7C5CE7-08D3-4284-8447-D5583E1E121E}">
      <dgm:prSet/>
      <dgm:spPr/>
      <dgm:t>
        <a:bodyPr/>
        <a:lstStyle/>
        <a:p>
          <a:r>
            <a:rPr lang="en-US" baseline="0" dirty="0"/>
            <a:t>Fare is strongly correlated with both </a:t>
          </a:r>
          <a:r>
            <a:rPr lang="en-US" b="1" baseline="0" dirty="0"/>
            <a:t>class</a:t>
          </a:r>
          <a:r>
            <a:rPr lang="en-US" baseline="0" dirty="0"/>
            <a:t> and </a:t>
          </a:r>
          <a:r>
            <a:rPr lang="en-US" b="1" baseline="0" dirty="0"/>
            <a:t>survival</a:t>
          </a:r>
          <a:r>
            <a:rPr lang="en-US" baseline="0" dirty="0"/>
            <a:t>.</a:t>
          </a:r>
          <a:endParaRPr lang="en-US" dirty="0"/>
        </a:p>
      </dgm:t>
    </dgm:pt>
    <dgm:pt modelId="{C8A5E0BF-FDB5-478F-834A-98E80AFED857}" type="parTrans" cxnId="{1C026440-A79E-4126-BE19-2D019716405F}">
      <dgm:prSet/>
      <dgm:spPr/>
      <dgm:t>
        <a:bodyPr/>
        <a:lstStyle/>
        <a:p>
          <a:endParaRPr lang="en-US"/>
        </a:p>
      </dgm:t>
    </dgm:pt>
    <dgm:pt modelId="{7253A71F-D387-43DD-BA73-EB60D1B02BF2}" type="sibTrans" cxnId="{1C026440-A79E-4126-BE19-2D019716405F}">
      <dgm:prSet/>
      <dgm:spPr/>
      <dgm:t>
        <a:bodyPr/>
        <a:lstStyle/>
        <a:p>
          <a:endParaRPr lang="en-US"/>
        </a:p>
      </dgm:t>
    </dgm:pt>
    <dgm:pt modelId="{A5FAB77E-60F7-43EC-BEFA-8F546AACD71F}">
      <dgm:prSet/>
      <dgm:spPr/>
      <dgm:t>
        <a:bodyPr/>
        <a:lstStyle/>
        <a:p>
          <a:r>
            <a:rPr lang="en-US" baseline="0"/>
            <a:t>Passengers who paid higher fares (1st class) had </a:t>
          </a:r>
          <a:r>
            <a:rPr lang="en-US" b="1" baseline="0"/>
            <a:t>significantly higher chances of survival</a:t>
          </a:r>
          <a:r>
            <a:rPr lang="en-US" baseline="0"/>
            <a:t>.</a:t>
          </a:r>
          <a:endParaRPr lang="en-US"/>
        </a:p>
      </dgm:t>
    </dgm:pt>
    <dgm:pt modelId="{D085FECC-91A0-4488-B635-2F5BDA392A66}" type="parTrans" cxnId="{8C693932-3D15-4C09-BEDC-E5AF8ACC42A5}">
      <dgm:prSet/>
      <dgm:spPr/>
      <dgm:t>
        <a:bodyPr/>
        <a:lstStyle/>
        <a:p>
          <a:endParaRPr lang="en-US"/>
        </a:p>
      </dgm:t>
    </dgm:pt>
    <dgm:pt modelId="{508037DD-B75F-4D47-A52F-6250F8EE32B3}" type="sibTrans" cxnId="{8C693932-3D15-4C09-BEDC-E5AF8ACC42A5}">
      <dgm:prSet/>
      <dgm:spPr/>
      <dgm:t>
        <a:bodyPr/>
        <a:lstStyle/>
        <a:p>
          <a:endParaRPr lang="en-US"/>
        </a:p>
      </dgm:t>
    </dgm:pt>
    <dgm:pt modelId="{ED955BA6-014B-4481-A6A4-D42A06F1DEC6}">
      <dgm:prSet/>
      <dgm:spPr/>
      <dgm:t>
        <a:bodyPr/>
        <a:lstStyle/>
        <a:p>
          <a:r>
            <a:rPr lang="en-US" baseline="0"/>
            <a:t>The relationship reflects </a:t>
          </a:r>
          <a:r>
            <a:rPr lang="en-US" b="1" baseline="0"/>
            <a:t>economic inequality</a:t>
          </a:r>
          <a:r>
            <a:rPr lang="en-US" baseline="0"/>
            <a:t> — wealthier passengers had more resources and priority access to rescue.</a:t>
          </a:r>
          <a:endParaRPr lang="en-US"/>
        </a:p>
      </dgm:t>
    </dgm:pt>
    <dgm:pt modelId="{80F6E35C-1D78-469F-BA6A-7D46A04D99F1}" type="parTrans" cxnId="{ABA67F21-CF6B-4E3A-BFB5-861081ABF306}">
      <dgm:prSet/>
      <dgm:spPr/>
      <dgm:t>
        <a:bodyPr/>
        <a:lstStyle/>
        <a:p>
          <a:endParaRPr lang="en-US"/>
        </a:p>
      </dgm:t>
    </dgm:pt>
    <dgm:pt modelId="{88AAD151-E1EE-485D-A613-29940866D961}" type="sibTrans" cxnId="{ABA67F21-CF6B-4E3A-BFB5-861081ABF306}">
      <dgm:prSet/>
      <dgm:spPr/>
      <dgm:t>
        <a:bodyPr/>
        <a:lstStyle/>
        <a:p>
          <a:endParaRPr lang="en-US"/>
        </a:p>
      </dgm:t>
    </dgm:pt>
    <dgm:pt modelId="{5384434F-32F0-4AE4-9EF6-97EAF6E64BA8}">
      <dgm:prSet/>
      <dgm:spPr/>
      <dgm:t>
        <a:bodyPr/>
        <a:lstStyle/>
        <a:p>
          <a:r>
            <a:rPr lang="en-US" b="1" baseline="0"/>
            <a:t>5- Age</a:t>
          </a:r>
          <a:endParaRPr lang="en-US"/>
        </a:p>
      </dgm:t>
    </dgm:pt>
    <dgm:pt modelId="{EEC02F6C-A8B0-4A35-9D69-368DC6CFADDD}" type="parTrans" cxnId="{A7678D83-3972-4FED-9064-3FF021A9AC42}">
      <dgm:prSet/>
      <dgm:spPr/>
      <dgm:t>
        <a:bodyPr/>
        <a:lstStyle/>
        <a:p>
          <a:endParaRPr lang="en-US"/>
        </a:p>
      </dgm:t>
    </dgm:pt>
    <dgm:pt modelId="{9EC94CFB-326A-4B85-96AB-2B55CE1F4A32}" type="sibTrans" cxnId="{A7678D83-3972-4FED-9064-3FF021A9AC42}">
      <dgm:prSet/>
      <dgm:spPr/>
      <dgm:t>
        <a:bodyPr/>
        <a:lstStyle/>
        <a:p>
          <a:endParaRPr lang="en-US"/>
        </a:p>
      </dgm:t>
    </dgm:pt>
    <dgm:pt modelId="{65417AD7-EBD7-4EB3-B0D4-71A41CF33417}">
      <dgm:prSet/>
      <dgm:spPr/>
      <dgm:t>
        <a:bodyPr/>
        <a:lstStyle/>
        <a:p>
          <a:r>
            <a:rPr lang="en-US" b="1" baseline="0"/>
            <a:t>Children had higher survival rates</a:t>
          </a:r>
          <a:r>
            <a:rPr lang="en-US" baseline="0"/>
            <a:t>, especially those under 16 years old.</a:t>
          </a:r>
          <a:endParaRPr lang="en-US"/>
        </a:p>
      </dgm:t>
    </dgm:pt>
    <dgm:pt modelId="{3D1BACFA-8E60-4C6A-962D-ECBDD0FDB124}" type="parTrans" cxnId="{52F2C2E0-CBDA-427D-BC6C-427236FACF23}">
      <dgm:prSet/>
      <dgm:spPr/>
      <dgm:t>
        <a:bodyPr/>
        <a:lstStyle/>
        <a:p>
          <a:endParaRPr lang="en-US"/>
        </a:p>
      </dgm:t>
    </dgm:pt>
    <dgm:pt modelId="{66181343-F9D3-4B1A-AA79-09E5A45FB70B}" type="sibTrans" cxnId="{52F2C2E0-CBDA-427D-BC6C-427236FACF23}">
      <dgm:prSet/>
      <dgm:spPr/>
      <dgm:t>
        <a:bodyPr/>
        <a:lstStyle/>
        <a:p>
          <a:endParaRPr lang="en-US"/>
        </a:p>
      </dgm:t>
    </dgm:pt>
    <dgm:pt modelId="{4FEBE4B4-F10C-4CFF-A0F0-9C5F4894CF29}">
      <dgm:prSet/>
      <dgm:spPr/>
      <dgm:t>
        <a:bodyPr/>
        <a:lstStyle/>
        <a:p>
          <a:r>
            <a:rPr lang="en-US" baseline="0"/>
            <a:t>Older passengers (&gt;60) were among the least likely to survive, possibly due to slower mobility or deference to younger passengers.</a:t>
          </a:r>
          <a:endParaRPr lang="en-US"/>
        </a:p>
      </dgm:t>
    </dgm:pt>
    <dgm:pt modelId="{48C43187-A20F-45C0-AECD-3D7A61A9DDAA}" type="parTrans" cxnId="{55C1B82D-E03F-47B6-8CB3-0334884C7D11}">
      <dgm:prSet/>
      <dgm:spPr/>
      <dgm:t>
        <a:bodyPr/>
        <a:lstStyle/>
        <a:p>
          <a:endParaRPr lang="en-US"/>
        </a:p>
      </dgm:t>
    </dgm:pt>
    <dgm:pt modelId="{30A9C241-AA7A-4916-AD55-EEFC4DD0B6BD}" type="sibTrans" cxnId="{55C1B82D-E03F-47B6-8CB3-0334884C7D11}">
      <dgm:prSet/>
      <dgm:spPr/>
      <dgm:t>
        <a:bodyPr/>
        <a:lstStyle/>
        <a:p>
          <a:endParaRPr lang="en-US"/>
        </a:p>
      </dgm:t>
    </dgm:pt>
    <dgm:pt modelId="{6F7D4168-B4ED-45AC-A845-70513D68AAA0}" type="pres">
      <dgm:prSet presAssocID="{60A61196-376A-48B8-B0A6-D13CA6B0B415}" presName="linear" presStyleCnt="0">
        <dgm:presLayoutVars>
          <dgm:animLvl val="lvl"/>
          <dgm:resizeHandles val="exact"/>
        </dgm:presLayoutVars>
      </dgm:prSet>
      <dgm:spPr/>
    </dgm:pt>
    <dgm:pt modelId="{59E16776-0B9F-4A9E-89B5-3D968E65B84E}" type="pres">
      <dgm:prSet presAssocID="{6D7ADAA0-6BCC-4A71-BB86-B190201EE1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7FE253A-047F-4EC0-9704-EEB129BEB1C9}" type="pres">
      <dgm:prSet presAssocID="{6D7ADAA0-6BCC-4A71-BB86-B190201EE197}" presName="childText" presStyleLbl="revTx" presStyleIdx="0" presStyleCnt="2">
        <dgm:presLayoutVars>
          <dgm:bulletEnabled val="1"/>
        </dgm:presLayoutVars>
      </dgm:prSet>
      <dgm:spPr/>
    </dgm:pt>
    <dgm:pt modelId="{FD691E71-4538-4E84-B227-44B138356A45}" type="pres">
      <dgm:prSet presAssocID="{5384434F-32F0-4AE4-9EF6-97EAF6E64BA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0AADDAF-F5DB-45D2-9DC0-2824FA273A32}" type="pres">
      <dgm:prSet presAssocID="{5384434F-32F0-4AE4-9EF6-97EAF6E64BA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3597D09-2C36-42E8-BA05-ECACF6FAE3F9}" type="presOf" srcId="{60A61196-376A-48B8-B0A6-D13CA6B0B415}" destId="{6F7D4168-B4ED-45AC-A845-70513D68AAA0}" srcOrd="0" destOrd="0" presId="urn:microsoft.com/office/officeart/2005/8/layout/vList2"/>
    <dgm:cxn modelId="{CD58D50E-6431-47B9-91EA-9AAA85412C98}" type="presOf" srcId="{65417AD7-EBD7-4EB3-B0D4-71A41CF33417}" destId="{80AADDAF-F5DB-45D2-9DC0-2824FA273A32}" srcOrd="0" destOrd="0" presId="urn:microsoft.com/office/officeart/2005/8/layout/vList2"/>
    <dgm:cxn modelId="{ABA67F21-CF6B-4E3A-BFB5-861081ABF306}" srcId="{6D7ADAA0-6BCC-4A71-BB86-B190201EE197}" destId="{ED955BA6-014B-4481-A6A4-D42A06F1DEC6}" srcOrd="2" destOrd="0" parTransId="{80F6E35C-1D78-469F-BA6A-7D46A04D99F1}" sibTransId="{88AAD151-E1EE-485D-A613-29940866D961}"/>
    <dgm:cxn modelId="{55C1B82D-E03F-47B6-8CB3-0334884C7D11}" srcId="{5384434F-32F0-4AE4-9EF6-97EAF6E64BA8}" destId="{4FEBE4B4-F10C-4CFF-A0F0-9C5F4894CF29}" srcOrd="1" destOrd="0" parTransId="{48C43187-A20F-45C0-AECD-3D7A61A9DDAA}" sibTransId="{30A9C241-AA7A-4916-AD55-EEFC4DD0B6BD}"/>
    <dgm:cxn modelId="{8C693932-3D15-4C09-BEDC-E5AF8ACC42A5}" srcId="{6D7ADAA0-6BCC-4A71-BB86-B190201EE197}" destId="{A5FAB77E-60F7-43EC-BEFA-8F546AACD71F}" srcOrd="1" destOrd="0" parTransId="{D085FECC-91A0-4488-B635-2F5BDA392A66}" sibTransId="{508037DD-B75F-4D47-A52F-6250F8EE32B3}"/>
    <dgm:cxn modelId="{787DAC37-9CB8-4521-A21B-4996101CE327}" type="presOf" srcId="{A5FAB77E-60F7-43EC-BEFA-8F546AACD71F}" destId="{77FE253A-047F-4EC0-9704-EEB129BEB1C9}" srcOrd="0" destOrd="1" presId="urn:microsoft.com/office/officeart/2005/8/layout/vList2"/>
    <dgm:cxn modelId="{1C026440-A79E-4126-BE19-2D019716405F}" srcId="{6D7ADAA0-6BCC-4A71-BB86-B190201EE197}" destId="{2F7C5CE7-08D3-4284-8447-D5583E1E121E}" srcOrd="0" destOrd="0" parTransId="{C8A5E0BF-FDB5-478F-834A-98E80AFED857}" sibTransId="{7253A71F-D387-43DD-BA73-EB60D1B02BF2}"/>
    <dgm:cxn modelId="{724EDB45-F5B9-4047-A7A1-026E40F7B088}" type="presOf" srcId="{ED955BA6-014B-4481-A6A4-D42A06F1DEC6}" destId="{77FE253A-047F-4EC0-9704-EEB129BEB1C9}" srcOrd="0" destOrd="2" presId="urn:microsoft.com/office/officeart/2005/8/layout/vList2"/>
    <dgm:cxn modelId="{AF2BD249-77A3-4E21-A824-13B9157D6655}" type="presOf" srcId="{4FEBE4B4-F10C-4CFF-A0F0-9C5F4894CF29}" destId="{80AADDAF-F5DB-45D2-9DC0-2824FA273A32}" srcOrd="0" destOrd="1" presId="urn:microsoft.com/office/officeart/2005/8/layout/vList2"/>
    <dgm:cxn modelId="{A7678D83-3972-4FED-9064-3FF021A9AC42}" srcId="{60A61196-376A-48B8-B0A6-D13CA6B0B415}" destId="{5384434F-32F0-4AE4-9EF6-97EAF6E64BA8}" srcOrd="1" destOrd="0" parTransId="{EEC02F6C-A8B0-4A35-9D69-368DC6CFADDD}" sibTransId="{9EC94CFB-326A-4B85-96AB-2B55CE1F4A32}"/>
    <dgm:cxn modelId="{784B4A84-9A20-41A7-B6EA-EE4F24C9BE1C}" type="presOf" srcId="{6D7ADAA0-6BCC-4A71-BB86-B190201EE197}" destId="{59E16776-0B9F-4A9E-89B5-3D968E65B84E}" srcOrd="0" destOrd="0" presId="urn:microsoft.com/office/officeart/2005/8/layout/vList2"/>
    <dgm:cxn modelId="{D3FCC58D-AF58-4E90-B334-B595E8A079B7}" type="presOf" srcId="{2F7C5CE7-08D3-4284-8447-D5583E1E121E}" destId="{77FE253A-047F-4EC0-9704-EEB129BEB1C9}" srcOrd="0" destOrd="0" presId="urn:microsoft.com/office/officeart/2005/8/layout/vList2"/>
    <dgm:cxn modelId="{CBB9F8C9-D5BC-4F53-B622-E9B0DE6161D8}" srcId="{60A61196-376A-48B8-B0A6-D13CA6B0B415}" destId="{6D7ADAA0-6BCC-4A71-BB86-B190201EE197}" srcOrd="0" destOrd="0" parTransId="{BBD03B8E-9F82-40D3-AACC-D81EFB11083A}" sibTransId="{D9AB7BA7-9E21-4BAA-9612-CDFA7D942AC6}"/>
    <dgm:cxn modelId="{52F2C2E0-CBDA-427D-BC6C-427236FACF23}" srcId="{5384434F-32F0-4AE4-9EF6-97EAF6E64BA8}" destId="{65417AD7-EBD7-4EB3-B0D4-71A41CF33417}" srcOrd="0" destOrd="0" parTransId="{3D1BACFA-8E60-4C6A-962D-ECBDD0FDB124}" sibTransId="{66181343-F9D3-4B1A-AA79-09E5A45FB70B}"/>
    <dgm:cxn modelId="{36C414EE-0D61-4F0F-8C26-CEA97DFD4BA4}" type="presOf" srcId="{5384434F-32F0-4AE4-9EF6-97EAF6E64BA8}" destId="{FD691E71-4538-4E84-B227-44B138356A45}" srcOrd="0" destOrd="0" presId="urn:microsoft.com/office/officeart/2005/8/layout/vList2"/>
    <dgm:cxn modelId="{5BF77078-F789-43E5-B812-6FFFEC35F1D1}" type="presParOf" srcId="{6F7D4168-B4ED-45AC-A845-70513D68AAA0}" destId="{59E16776-0B9F-4A9E-89B5-3D968E65B84E}" srcOrd="0" destOrd="0" presId="urn:microsoft.com/office/officeart/2005/8/layout/vList2"/>
    <dgm:cxn modelId="{EA65FC8E-9BA7-4E07-A575-9E40A9AF1592}" type="presParOf" srcId="{6F7D4168-B4ED-45AC-A845-70513D68AAA0}" destId="{77FE253A-047F-4EC0-9704-EEB129BEB1C9}" srcOrd="1" destOrd="0" presId="urn:microsoft.com/office/officeart/2005/8/layout/vList2"/>
    <dgm:cxn modelId="{4DFB51DC-F201-4176-9FF9-3FE13D3235A0}" type="presParOf" srcId="{6F7D4168-B4ED-45AC-A845-70513D68AAA0}" destId="{FD691E71-4538-4E84-B227-44B138356A45}" srcOrd="2" destOrd="0" presId="urn:microsoft.com/office/officeart/2005/8/layout/vList2"/>
    <dgm:cxn modelId="{F15F85A4-D4CD-41B0-AE6B-D0369884C093}" type="presParOf" srcId="{6F7D4168-B4ED-45AC-A845-70513D68AAA0}" destId="{80AADDAF-F5DB-45D2-9DC0-2824FA273A3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6952940-3663-474C-AD42-988F70962FF3}" type="doc">
      <dgm:prSet loTypeId="urn:microsoft.com/office/officeart/2005/8/layout/process2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F84B532-616F-4DAE-B1CB-AA299ADEEF30}">
      <dgm:prSet/>
      <dgm:spPr/>
      <dgm:t>
        <a:bodyPr/>
        <a:lstStyle/>
        <a:p>
          <a:pPr algn="l">
            <a:lnSpc>
              <a:spcPct val="150000"/>
            </a:lnSpc>
          </a:pPr>
          <a:r>
            <a:rPr lang="en-US" baseline="0" dirty="0">
              <a:latin typeface="Aptos Black" panose="020B0004020202020204" pitchFamily="34" charset="0"/>
            </a:rPr>
            <a:t>The Titanic dataset reveals clear socio-economic and gender-based disparities in survival rates. Women and children from higher classes had the greatest likelihood of survival, while lower-class males were the most affected. The findings demonstrate how gender norms and class influenced access to lifeboats.</a:t>
          </a:r>
          <a:endParaRPr lang="en-US" dirty="0">
            <a:latin typeface="Aptos Black" panose="020B0004020202020204" pitchFamily="34" charset="0"/>
          </a:endParaRPr>
        </a:p>
      </dgm:t>
    </dgm:pt>
    <dgm:pt modelId="{310CD6E4-1D75-48A6-B95D-FBC8A783AC1B}" type="parTrans" cxnId="{83AFED13-26A3-41EE-92D9-62F7EA95C7B7}">
      <dgm:prSet/>
      <dgm:spPr/>
      <dgm:t>
        <a:bodyPr/>
        <a:lstStyle/>
        <a:p>
          <a:endParaRPr lang="en-US"/>
        </a:p>
      </dgm:t>
    </dgm:pt>
    <dgm:pt modelId="{BC90903E-ADF4-4B58-9CB9-AABB65BF0D10}" type="sibTrans" cxnId="{83AFED13-26A3-41EE-92D9-62F7EA95C7B7}">
      <dgm:prSet/>
      <dgm:spPr/>
      <dgm:t>
        <a:bodyPr/>
        <a:lstStyle/>
        <a:p>
          <a:endParaRPr lang="en-US"/>
        </a:p>
      </dgm:t>
    </dgm:pt>
    <dgm:pt modelId="{273DC3C9-DA2B-4BFC-A7B7-F7CCB1EA63A6}" type="pres">
      <dgm:prSet presAssocID="{06952940-3663-474C-AD42-988F70962FF3}" presName="linearFlow" presStyleCnt="0">
        <dgm:presLayoutVars>
          <dgm:resizeHandles val="exact"/>
        </dgm:presLayoutVars>
      </dgm:prSet>
      <dgm:spPr/>
    </dgm:pt>
    <dgm:pt modelId="{335D708A-7514-4010-958C-ED72BAF8EC0F}" type="pres">
      <dgm:prSet presAssocID="{1F84B532-616F-4DAE-B1CB-AA299ADEEF30}" presName="node" presStyleLbl="node1" presStyleIdx="0" presStyleCnt="1" custScaleX="121213">
        <dgm:presLayoutVars>
          <dgm:bulletEnabled val="1"/>
        </dgm:presLayoutVars>
      </dgm:prSet>
      <dgm:spPr/>
    </dgm:pt>
  </dgm:ptLst>
  <dgm:cxnLst>
    <dgm:cxn modelId="{83AFED13-26A3-41EE-92D9-62F7EA95C7B7}" srcId="{06952940-3663-474C-AD42-988F70962FF3}" destId="{1F84B532-616F-4DAE-B1CB-AA299ADEEF30}" srcOrd="0" destOrd="0" parTransId="{310CD6E4-1D75-48A6-B95D-FBC8A783AC1B}" sibTransId="{BC90903E-ADF4-4B58-9CB9-AABB65BF0D10}"/>
    <dgm:cxn modelId="{1D659344-CD17-4B50-8E09-339D883908EF}" type="presOf" srcId="{1F84B532-616F-4DAE-B1CB-AA299ADEEF30}" destId="{335D708A-7514-4010-958C-ED72BAF8EC0F}" srcOrd="0" destOrd="0" presId="urn:microsoft.com/office/officeart/2005/8/layout/process2"/>
    <dgm:cxn modelId="{215444E2-A58D-4B5B-A148-6AA99283B6C8}" type="presOf" srcId="{06952940-3663-474C-AD42-988F70962FF3}" destId="{273DC3C9-DA2B-4BFC-A7B7-F7CCB1EA63A6}" srcOrd="0" destOrd="0" presId="urn:microsoft.com/office/officeart/2005/8/layout/process2"/>
    <dgm:cxn modelId="{B63445FA-CB66-4BBA-A1BE-9F14C6C825DB}" type="presParOf" srcId="{273DC3C9-DA2B-4BFC-A7B7-F7CCB1EA63A6}" destId="{335D708A-7514-4010-958C-ED72BAF8EC0F}" srcOrd="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FD4811F-692D-4CF6-AE5D-E996688A3B18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FAC0648-6268-4A63-AD21-FDF2E0E0022E}">
      <dgm:prSet/>
      <dgm:spPr/>
      <dgm:t>
        <a:bodyPr/>
        <a:lstStyle/>
        <a:p>
          <a:r>
            <a:rPr lang="en-US" baseline="0"/>
            <a:t>Improve access to lifeboats across all classes.</a:t>
          </a:r>
          <a:endParaRPr lang="en-US"/>
        </a:p>
      </dgm:t>
    </dgm:pt>
    <dgm:pt modelId="{FB223BE7-DAAD-46F2-B72D-19AE76038CD9}" type="parTrans" cxnId="{D719DA06-0CF1-4510-BCB2-6FAF4E4F1FD9}">
      <dgm:prSet/>
      <dgm:spPr/>
      <dgm:t>
        <a:bodyPr/>
        <a:lstStyle/>
        <a:p>
          <a:endParaRPr lang="en-US"/>
        </a:p>
      </dgm:t>
    </dgm:pt>
    <dgm:pt modelId="{5143A300-4685-4BD7-B874-FD9A4586A903}" type="sibTrans" cxnId="{D719DA06-0CF1-4510-BCB2-6FAF4E4F1FD9}">
      <dgm:prSet/>
      <dgm:spPr/>
      <dgm:t>
        <a:bodyPr/>
        <a:lstStyle/>
        <a:p>
          <a:endParaRPr lang="en-US"/>
        </a:p>
      </dgm:t>
    </dgm:pt>
    <dgm:pt modelId="{B379D786-248D-4A65-B08A-A012AC6884F4}">
      <dgm:prSet/>
      <dgm:spPr/>
      <dgm:t>
        <a:bodyPr/>
        <a:lstStyle/>
        <a:p>
          <a:r>
            <a:rPr lang="en-US" baseline="0"/>
            <a:t>Enforce equitable evacuation policies.</a:t>
          </a:r>
          <a:endParaRPr lang="en-US"/>
        </a:p>
      </dgm:t>
    </dgm:pt>
    <dgm:pt modelId="{6E6B1D34-B783-41B4-97EE-4C1BCF477B6C}" type="parTrans" cxnId="{D0EDC2FC-180B-47ED-B354-D2C7F4034B92}">
      <dgm:prSet/>
      <dgm:spPr/>
      <dgm:t>
        <a:bodyPr/>
        <a:lstStyle/>
        <a:p>
          <a:endParaRPr lang="en-US"/>
        </a:p>
      </dgm:t>
    </dgm:pt>
    <dgm:pt modelId="{D4E262D7-32AD-4601-AD12-027D1A69975D}" type="sibTrans" cxnId="{D0EDC2FC-180B-47ED-B354-D2C7F4034B92}">
      <dgm:prSet/>
      <dgm:spPr/>
      <dgm:t>
        <a:bodyPr/>
        <a:lstStyle/>
        <a:p>
          <a:endParaRPr lang="en-US"/>
        </a:p>
      </dgm:t>
    </dgm:pt>
    <dgm:pt modelId="{172E9C32-2224-4571-A2BB-B8B62E958263}">
      <dgm:prSet/>
      <dgm:spPr/>
      <dgm:t>
        <a:bodyPr/>
        <a:lstStyle/>
        <a:p>
          <a:r>
            <a:rPr lang="en-US" baseline="0"/>
            <a:t>Strengthen communication and passenger drills.</a:t>
          </a:r>
          <a:endParaRPr lang="en-US"/>
        </a:p>
      </dgm:t>
    </dgm:pt>
    <dgm:pt modelId="{D6B8CFE1-F121-4480-B8DC-2BC3EFEB442E}" type="parTrans" cxnId="{83B93256-7578-42B7-B9F0-3A4295357565}">
      <dgm:prSet/>
      <dgm:spPr/>
      <dgm:t>
        <a:bodyPr/>
        <a:lstStyle/>
        <a:p>
          <a:endParaRPr lang="en-US"/>
        </a:p>
      </dgm:t>
    </dgm:pt>
    <dgm:pt modelId="{6FD70429-24FA-44D7-BD2B-1AE37E30F817}" type="sibTrans" cxnId="{83B93256-7578-42B7-B9F0-3A4295357565}">
      <dgm:prSet/>
      <dgm:spPr/>
      <dgm:t>
        <a:bodyPr/>
        <a:lstStyle/>
        <a:p>
          <a:endParaRPr lang="en-US"/>
        </a:p>
      </dgm:t>
    </dgm:pt>
    <dgm:pt modelId="{0FAEAB91-3C8E-4899-AE93-E034CC936BD1}">
      <dgm:prSet/>
      <dgm:spPr/>
      <dgm:t>
        <a:bodyPr/>
        <a:lstStyle/>
        <a:p>
          <a:r>
            <a:rPr lang="en-US" baseline="0"/>
            <a:t>Use data insights to guide safety planning.</a:t>
          </a:r>
          <a:endParaRPr lang="en-US"/>
        </a:p>
      </dgm:t>
    </dgm:pt>
    <dgm:pt modelId="{769A752C-E549-4EE1-9896-6F2D9F7FB1DE}" type="parTrans" cxnId="{2F0F1555-786A-455F-810D-070726DA7432}">
      <dgm:prSet/>
      <dgm:spPr/>
      <dgm:t>
        <a:bodyPr/>
        <a:lstStyle/>
        <a:p>
          <a:endParaRPr lang="en-US"/>
        </a:p>
      </dgm:t>
    </dgm:pt>
    <dgm:pt modelId="{BEA5B3E9-664A-45DD-BD16-741987E24EAE}" type="sibTrans" cxnId="{2F0F1555-786A-455F-810D-070726DA7432}">
      <dgm:prSet/>
      <dgm:spPr/>
      <dgm:t>
        <a:bodyPr/>
        <a:lstStyle/>
        <a:p>
          <a:endParaRPr lang="en-US"/>
        </a:p>
      </dgm:t>
    </dgm:pt>
    <dgm:pt modelId="{2D7E4B3C-7327-4EE1-B4A0-A375359ED5AA}">
      <dgm:prSet/>
      <dgm:spPr/>
      <dgm:t>
        <a:bodyPr/>
        <a:lstStyle/>
        <a:p>
          <a:r>
            <a:rPr lang="en-US" baseline="0"/>
            <a:t>Train staff for fair and efficient emergency response.</a:t>
          </a:r>
          <a:endParaRPr lang="en-US"/>
        </a:p>
      </dgm:t>
    </dgm:pt>
    <dgm:pt modelId="{50647964-C941-491C-81A9-0D6EEAA0F6DD}" type="parTrans" cxnId="{B37D3A86-D8D7-45F3-BCF9-F5A7B92B2585}">
      <dgm:prSet/>
      <dgm:spPr/>
      <dgm:t>
        <a:bodyPr/>
        <a:lstStyle/>
        <a:p>
          <a:endParaRPr lang="en-US"/>
        </a:p>
      </dgm:t>
    </dgm:pt>
    <dgm:pt modelId="{26B9599C-759F-4C90-BC1F-E3AED8BEFCAC}" type="sibTrans" cxnId="{B37D3A86-D8D7-45F3-BCF9-F5A7B92B2585}">
      <dgm:prSet/>
      <dgm:spPr/>
      <dgm:t>
        <a:bodyPr/>
        <a:lstStyle/>
        <a:p>
          <a:endParaRPr lang="en-US"/>
        </a:p>
      </dgm:t>
    </dgm:pt>
    <dgm:pt modelId="{F4C9CD33-A2EF-491F-8ADC-E4B9C49DEF9D}" type="pres">
      <dgm:prSet presAssocID="{4FD4811F-692D-4CF6-AE5D-E996688A3B18}" presName="linear" presStyleCnt="0">
        <dgm:presLayoutVars>
          <dgm:animLvl val="lvl"/>
          <dgm:resizeHandles val="exact"/>
        </dgm:presLayoutVars>
      </dgm:prSet>
      <dgm:spPr/>
    </dgm:pt>
    <dgm:pt modelId="{52282573-6B25-4FE7-A972-23CADEC4BEDB}" type="pres">
      <dgm:prSet presAssocID="{8FAC0648-6268-4A63-AD21-FDF2E0E0022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906A5E4-B4CC-4508-8CFA-9FC2A78FB946}" type="pres">
      <dgm:prSet presAssocID="{5143A300-4685-4BD7-B874-FD9A4586A903}" presName="spacer" presStyleCnt="0"/>
      <dgm:spPr/>
    </dgm:pt>
    <dgm:pt modelId="{4D3C0F0C-C4A1-4E2E-A48C-D5B1ACB9F94C}" type="pres">
      <dgm:prSet presAssocID="{B379D786-248D-4A65-B08A-A012AC6884F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9124F89-78F6-4B60-9E8B-E295747AABBD}" type="pres">
      <dgm:prSet presAssocID="{D4E262D7-32AD-4601-AD12-027D1A69975D}" presName="spacer" presStyleCnt="0"/>
      <dgm:spPr/>
    </dgm:pt>
    <dgm:pt modelId="{1404071C-F64E-458B-A94E-34EF71740C14}" type="pres">
      <dgm:prSet presAssocID="{172E9C32-2224-4571-A2BB-B8B62E95826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BD84F13-2CD9-4FB2-AD6B-EDC69FA85AE7}" type="pres">
      <dgm:prSet presAssocID="{6FD70429-24FA-44D7-BD2B-1AE37E30F817}" presName="spacer" presStyleCnt="0"/>
      <dgm:spPr/>
    </dgm:pt>
    <dgm:pt modelId="{56A2A7D5-F5F6-4702-B263-DC8FDB1DC6B0}" type="pres">
      <dgm:prSet presAssocID="{0FAEAB91-3C8E-4899-AE93-E034CC936BD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572D32F-A817-4BD3-8114-3127672E4CEE}" type="pres">
      <dgm:prSet presAssocID="{BEA5B3E9-664A-45DD-BD16-741987E24EAE}" presName="spacer" presStyleCnt="0"/>
      <dgm:spPr/>
    </dgm:pt>
    <dgm:pt modelId="{308ECDE7-5274-4CA0-AA98-057B7C4449C5}" type="pres">
      <dgm:prSet presAssocID="{2D7E4B3C-7327-4EE1-B4A0-A375359ED5A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719DA06-0CF1-4510-BCB2-6FAF4E4F1FD9}" srcId="{4FD4811F-692D-4CF6-AE5D-E996688A3B18}" destId="{8FAC0648-6268-4A63-AD21-FDF2E0E0022E}" srcOrd="0" destOrd="0" parTransId="{FB223BE7-DAAD-46F2-B72D-19AE76038CD9}" sibTransId="{5143A300-4685-4BD7-B874-FD9A4586A903}"/>
    <dgm:cxn modelId="{849F5B17-7B34-439E-B5E3-B61B6941252E}" type="presOf" srcId="{2D7E4B3C-7327-4EE1-B4A0-A375359ED5AA}" destId="{308ECDE7-5274-4CA0-AA98-057B7C4449C5}" srcOrd="0" destOrd="0" presId="urn:microsoft.com/office/officeart/2005/8/layout/vList2"/>
    <dgm:cxn modelId="{125CE334-826B-45FB-BCCC-9282438EF617}" type="presOf" srcId="{172E9C32-2224-4571-A2BB-B8B62E958263}" destId="{1404071C-F64E-458B-A94E-34EF71740C14}" srcOrd="0" destOrd="0" presId="urn:microsoft.com/office/officeart/2005/8/layout/vList2"/>
    <dgm:cxn modelId="{FB339C4D-ABD0-45D1-9596-4FA4795E16F9}" type="presOf" srcId="{8FAC0648-6268-4A63-AD21-FDF2E0E0022E}" destId="{52282573-6B25-4FE7-A972-23CADEC4BEDB}" srcOrd="0" destOrd="0" presId="urn:microsoft.com/office/officeart/2005/8/layout/vList2"/>
    <dgm:cxn modelId="{2F0F1555-786A-455F-810D-070726DA7432}" srcId="{4FD4811F-692D-4CF6-AE5D-E996688A3B18}" destId="{0FAEAB91-3C8E-4899-AE93-E034CC936BD1}" srcOrd="3" destOrd="0" parTransId="{769A752C-E549-4EE1-9896-6F2D9F7FB1DE}" sibTransId="{BEA5B3E9-664A-45DD-BD16-741987E24EAE}"/>
    <dgm:cxn modelId="{83B93256-7578-42B7-B9F0-3A4295357565}" srcId="{4FD4811F-692D-4CF6-AE5D-E996688A3B18}" destId="{172E9C32-2224-4571-A2BB-B8B62E958263}" srcOrd="2" destOrd="0" parTransId="{D6B8CFE1-F121-4480-B8DC-2BC3EFEB442E}" sibTransId="{6FD70429-24FA-44D7-BD2B-1AE37E30F817}"/>
    <dgm:cxn modelId="{B37D3A86-D8D7-45F3-BCF9-F5A7B92B2585}" srcId="{4FD4811F-692D-4CF6-AE5D-E996688A3B18}" destId="{2D7E4B3C-7327-4EE1-B4A0-A375359ED5AA}" srcOrd="4" destOrd="0" parTransId="{50647964-C941-491C-81A9-0D6EEAA0F6DD}" sibTransId="{26B9599C-759F-4C90-BC1F-E3AED8BEFCAC}"/>
    <dgm:cxn modelId="{6646BAC8-7A4F-4A72-98D0-E35EC3127241}" type="presOf" srcId="{4FD4811F-692D-4CF6-AE5D-E996688A3B18}" destId="{F4C9CD33-A2EF-491F-8ADC-E4B9C49DEF9D}" srcOrd="0" destOrd="0" presId="urn:microsoft.com/office/officeart/2005/8/layout/vList2"/>
    <dgm:cxn modelId="{13099EE7-2B9C-4EC2-9B65-450D87C730D3}" type="presOf" srcId="{B379D786-248D-4A65-B08A-A012AC6884F4}" destId="{4D3C0F0C-C4A1-4E2E-A48C-D5B1ACB9F94C}" srcOrd="0" destOrd="0" presId="urn:microsoft.com/office/officeart/2005/8/layout/vList2"/>
    <dgm:cxn modelId="{E039C6F4-AC69-4953-8FE3-F85107F03BB3}" type="presOf" srcId="{0FAEAB91-3C8E-4899-AE93-E034CC936BD1}" destId="{56A2A7D5-F5F6-4702-B263-DC8FDB1DC6B0}" srcOrd="0" destOrd="0" presId="urn:microsoft.com/office/officeart/2005/8/layout/vList2"/>
    <dgm:cxn modelId="{D0EDC2FC-180B-47ED-B354-D2C7F4034B92}" srcId="{4FD4811F-692D-4CF6-AE5D-E996688A3B18}" destId="{B379D786-248D-4A65-B08A-A012AC6884F4}" srcOrd="1" destOrd="0" parTransId="{6E6B1D34-B783-41B4-97EE-4C1BCF477B6C}" sibTransId="{D4E262D7-32AD-4601-AD12-027D1A69975D}"/>
    <dgm:cxn modelId="{1034A02D-62B8-4FD7-A013-F237ED628FA1}" type="presParOf" srcId="{F4C9CD33-A2EF-491F-8ADC-E4B9C49DEF9D}" destId="{52282573-6B25-4FE7-A972-23CADEC4BEDB}" srcOrd="0" destOrd="0" presId="urn:microsoft.com/office/officeart/2005/8/layout/vList2"/>
    <dgm:cxn modelId="{2207A7E9-4AC7-45D4-9917-368355C903DE}" type="presParOf" srcId="{F4C9CD33-A2EF-491F-8ADC-E4B9C49DEF9D}" destId="{4906A5E4-B4CC-4508-8CFA-9FC2A78FB946}" srcOrd="1" destOrd="0" presId="urn:microsoft.com/office/officeart/2005/8/layout/vList2"/>
    <dgm:cxn modelId="{9F09055E-DC80-4042-9426-BC8480730E0C}" type="presParOf" srcId="{F4C9CD33-A2EF-491F-8ADC-E4B9C49DEF9D}" destId="{4D3C0F0C-C4A1-4E2E-A48C-D5B1ACB9F94C}" srcOrd="2" destOrd="0" presId="urn:microsoft.com/office/officeart/2005/8/layout/vList2"/>
    <dgm:cxn modelId="{10844FC0-63F6-4614-B794-E2CCAE37F5F6}" type="presParOf" srcId="{F4C9CD33-A2EF-491F-8ADC-E4B9C49DEF9D}" destId="{29124F89-78F6-4B60-9E8B-E295747AABBD}" srcOrd="3" destOrd="0" presId="urn:microsoft.com/office/officeart/2005/8/layout/vList2"/>
    <dgm:cxn modelId="{1C508608-999A-4BCE-A0CA-AE994BFC9093}" type="presParOf" srcId="{F4C9CD33-A2EF-491F-8ADC-E4B9C49DEF9D}" destId="{1404071C-F64E-458B-A94E-34EF71740C14}" srcOrd="4" destOrd="0" presId="urn:microsoft.com/office/officeart/2005/8/layout/vList2"/>
    <dgm:cxn modelId="{8813ECEC-3FA4-43FB-A610-AC10A35CD75C}" type="presParOf" srcId="{F4C9CD33-A2EF-491F-8ADC-E4B9C49DEF9D}" destId="{0BD84F13-2CD9-4FB2-AD6B-EDC69FA85AE7}" srcOrd="5" destOrd="0" presId="urn:microsoft.com/office/officeart/2005/8/layout/vList2"/>
    <dgm:cxn modelId="{E807A5EA-DAF2-4779-9E4B-7940C45B5D5C}" type="presParOf" srcId="{F4C9CD33-A2EF-491F-8ADC-E4B9C49DEF9D}" destId="{56A2A7D5-F5F6-4702-B263-DC8FDB1DC6B0}" srcOrd="6" destOrd="0" presId="urn:microsoft.com/office/officeart/2005/8/layout/vList2"/>
    <dgm:cxn modelId="{08AD67FB-C37B-4D65-BAA7-47FCF1123559}" type="presParOf" srcId="{F4C9CD33-A2EF-491F-8ADC-E4B9C49DEF9D}" destId="{4572D32F-A817-4BD3-8114-3127672E4CEE}" srcOrd="7" destOrd="0" presId="urn:microsoft.com/office/officeart/2005/8/layout/vList2"/>
    <dgm:cxn modelId="{14D9FC13-2D74-4889-8718-12F98ADFB5ED}" type="presParOf" srcId="{F4C9CD33-A2EF-491F-8ADC-E4B9C49DEF9D}" destId="{308ECDE7-5274-4CA0-AA98-057B7C4449C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46F8B-9152-427D-A7E1-F8859558D280}">
      <dsp:nvSpPr>
        <dsp:cNvPr id="0" name=""/>
        <dsp:cNvSpPr/>
      </dsp:nvSpPr>
      <dsp:spPr>
        <a:xfrm>
          <a:off x="0" y="31254"/>
          <a:ext cx="11101136" cy="67532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baseline="0"/>
            <a:t>This analysis explores the Titanic passenger dataset to uncover insights about:</a:t>
          </a:r>
          <a:endParaRPr lang="en-US" sz="1700" kern="1200"/>
        </a:p>
      </dsp:txBody>
      <dsp:txXfrm>
        <a:off x="32967" y="64221"/>
        <a:ext cx="11035202" cy="609393"/>
      </dsp:txXfrm>
    </dsp:sp>
    <dsp:sp modelId="{BCB09F5C-651A-483C-9580-C8DB1BDADE38}">
      <dsp:nvSpPr>
        <dsp:cNvPr id="0" name=""/>
        <dsp:cNvSpPr/>
      </dsp:nvSpPr>
      <dsp:spPr>
        <a:xfrm>
          <a:off x="0" y="755541"/>
          <a:ext cx="11101136" cy="67532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baseline="0"/>
            <a:t>Passenger demographics (age, gender, class, etc.)</a:t>
          </a:r>
          <a:endParaRPr lang="en-US" sz="1700" kern="1200"/>
        </a:p>
      </dsp:txBody>
      <dsp:txXfrm>
        <a:off x="32967" y="788508"/>
        <a:ext cx="11035202" cy="609393"/>
      </dsp:txXfrm>
    </dsp:sp>
    <dsp:sp modelId="{DF8D9818-7BAE-4435-8DA1-0B1F506AC6E0}">
      <dsp:nvSpPr>
        <dsp:cNvPr id="0" name=""/>
        <dsp:cNvSpPr/>
      </dsp:nvSpPr>
      <dsp:spPr>
        <a:xfrm>
          <a:off x="0" y="1479829"/>
          <a:ext cx="11101136" cy="67532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baseline="0"/>
            <a:t>Survival rates</a:t>
          </a:r>
          <a:endParaRPr lang="en-US" sz="1700" kern="1200"/>
        </a:p>
      </dsp:txBody>
      <dsp:txXfrm>
        <a:off x="32967" y="1512796"/>
        <a:ext cx="11035202" cy="609393"/>
      </dsp:txXfrm>
    </dsp:sp>
    <dsp:sp modelId="{E7DE67C5-D103-4A06-99F5-668A47EEEE6C}">
      <dsp:nvSpPr>
        <dsp:cNvPr id="0" name=""/>
        <dsp:cNvSpPr/>
      </dsp:nvSpPr>
      <dsp:spPr>
        <a:xfrm>
          <a:off x="0" y="2204117"/>
          <a:ext cx="11101136" cy="67532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baseline="0"/>
            <a:t>Family and fare impact</a:t>
          </a:r>
          <a:endParaRPr lang="en-US" sz="1700" kern="1200"/>
        </a:p>
      </dsp:txBody>
      <dsp:txXfrm>
        <a:off x="32967" y="2237084"/>
        <a:ext cx="11035202" cy="609393"/>
      </dsp:txXfrm>
    </dsp:sp>
    <dsp:sp modelId="{B6A80E38-4787-4FF5-8E46-D9F6E81E15FF}">
      <dsp:nvSpPr>
        <dsp:cNvPr id="0" name=""/>
        <dsp:cNvSpPr/>
      </dsp:nvSpPr>
      <dsp:spPr>
        <a:xfrm>
          <a:off x="0" y="2928404"/>
          <a:ext cx="11101136" cy="67532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baseline="0"/>
            <a:t>Relationships between variables</a:t>
          </a:r>
          <a:endParaRPr lang="en-US" sz="1700" kern="1200"/>
        </a:p>
      </dsp:txBody>
      <dsp:txXfrm>
        <a:off x="32967" y="2961371"/>
        <a:ext cx="11035202" cy="609393"/>
      </dsp:txXfrm>
    </dsp:sp>
    <dsp:sp modelId="{88C47CBE-3DA2-48BF-835B-F38E1AAE2A52}">
      <dsp:nvSpPr>
        <dsp:cNvPr id="0" name=""/>
        <dsp:cNvSpPr/>
      </dsp:nvSpPr>
      <dsp:spPr>
        <a:xfrm>
          <a:off x="0" y="3652692"/>
          <a:ext cx="11101136" cy="67532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baseline="0" dirty="0"/>
            <a:t>The dataset has 12 columns as described in the brief. Two additional columns were created which where (Family size and Alone column)</a:t>
          </a:r>
          <a:endParaRPr lang="en-US" sz="1700" kern="1200" dirty="0"/>
        </a:p>
      </dsp:txBody>
      <dsp:txXfrm>
        <a:off x="32967" y="3685659"/>
        <a:ext cx="11035202" cy="6093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DF6F1-C578-45EF-A40D-CF0B1C313154}">
      <dsp:nvSpPr>
        <dsp:cNvPr id="0" name=""/>
        <dsp:cNvSpPr/>
      </dsp:nvSpPr>
      <dsp:spPr>
        <a:xfrm rot="16200000">
          <a:off x="-126908" y="128263"/>
          <a:ext cx="3779837" cy="3523309"/>
        </a:xfrm>
        <a:prstGeom prst="flowChartManualOperati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>
              <a:latin typeface="Aptos Black" panose="020B0004020202020204" pitchFamily="34" charset="0"/>
            </a:rPr>
            <a:t>Python Libraries: Pandas, NumPy, Matplotlib, Seaborn, Plotly</a:t>
          </a:r>
          <a:endParaRPr lang="en-US" sz="2000" kern="1200">
            <a:latin typeface="Aptos Black" panose="020B0004020202020204" pitchFamily="34" charset="0"/>
          </a:endParaRPr>
        </a:p>
      </dsp:txBody>
      <dsp:txXfrm rot="5400000">
        <a:off x="1356" y="755966"/>
        <a:ext cx="3523309" cy="2267903"/>
      </dsp:txXfrm>
    </dsp:sp>
    <dsp:sp modelId="{B6D86E40-3788-4C0F-92ED-79DCEC058DC9}">
      <dsp:nvSpPr>
        <dsp:cNvPr id="0" name=""/>
        <dsp:cNvSpPr/>
      </dsp:nvSpPr>
      <dsp:spPr>
        <a:xfrm rot="16200000">
          <a:off x="3660649" y="128263"/>
          <a:ext cx="3779837" cy="3523309"/>
        </a:xfrm>
        <a:prstGeom prst="flowChartManualOperati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>
              <a:latin typeface="Aptos Black" panose="020B0004020202020204" pitchFamily="34" charset="0"/>
            </a:rPr>
            <a:t>• Jupyter Notebook for analysis and visualization</a:t>
          </a:r>
          <a:endParaRPr lang="en-US" sz="2000" kern="1200">
            <a:latin typeface="Aptos Black" panose="020B0004020202020204" pitchFamily="34" charset="0"/>
          </a:endParaRPr>
        </a:p>
      </dsp:txBody>
      <dsp:txXfrm rot="5400000">
        <a:off x="3788913" y="755966"/>
        <a:ext cx="3523309" cy="2267903"/>
      </dsp:txXfrm>
    </dsp:sp>
    <dsp:sp modelId="{3E197CDE-D382-4766-B869-9A4654D90EA6}">
      <dsp:nvSpPr>
        <dsp:cNvPr id="0" name=""/>
        <dsp:cNvSpPr/>
      </dsp:nvSpPr>
      <dsp:spPr>
        <a:xfrm rot="16200000">
          <a:off x="7448207" y="128263"/>
          <a:ext cx="3779837" cy="3523309"/>
        </a:xfrm>
        <a:prstGeom prst="flowChartManualOperati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>
              <a:latin typeface="Aptos Black" panose="020B0004020202020204" pitchFamily="34" charset="0"/>
            </a:rPr>
            <a:t>• Microsoft PowerPoint for final presentation</a:t>
          </a:r>
          <a:endParaRPr lang="en-US" sz="2000" kern="1200">
            <a:latin typeface="Aptos Black" panose="020B0004020202020204" pitchFamily="34" charset="0"/>
          </a:endParaRPr>
        </a:p>
      </dsp:txBody>
      <dsp:txXfrm rot="5400000">
        <a:off x="7576471" y="755966"/>
        <a:ext cx="3523309" cy="22679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20A7BC-3D7A-4977-A86E-60155E1A24D2}">
      <dsp:nvSpPr>
        <dsp:cNvPr id="0" name=""/>
        <dsp:cNvSpPr/>
      </dsp:nvSpPr>
      <dsp:spPr>
        <a:xfrm>
          <a:off x="10835" y="0"/>
          <a:ext cx="11079464" cy="3779837"/>
        </a:xfrm>
        <a:prstGeom prst="rightArrow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D26F0-05A5-4664-95CB-FD3BD2708C6E}">
      <dsp:nvSpPr>
        <dsp:cNvPr id="0" name=""/>
        <dsp:cNvSpPr/>
      </dsp:nvSpPr>
      <dsp:spPr>
        <a:xfrm>
          <a:off x="907085" y="649631"/>
          <a:ext cx="9240100" cy="2478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03200" rIns="0" bIns="203200" numCol="1" spcCol="1270" anchor="ctr" anchorCtr="0">
          <a:noAutofit/>
        </a:bodyPr>
        <a:lstStyle/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baseline="0" dirty="0">
              <a:latin typeface="Aptos Black" panose="020B0004020202020204" pitchFamily="34" charset="0"/>
            </a:rPr>
            <a:t>To analyze the Titanic dataset using Python libraries (Pandas, Seaborn, Plotly) to uncover insights into passenger demographics, survival patterns, and the factors influencing who survived the disaster.</a:t>
          </a:r>
          <a:endParaRPr lang="en-US" sz="2000" kern="1200" dirty="0">
            <a:latin typeface="Aptos Black" panose="020B0004020202020204" pitchFamily="34" charset="0"/>
          </a:endParaRPr>
        </a:p>
      </dsp:txBody>
      <dsp:txXfrm>
        <a:off x="907085" y="649631"/>
        <a:ext cx="9240100" cy="2478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68A24-2FE5-4BC4-B7D3-AC509E9D1E92}">
      <dsp:nvSpPr>
        <dsp:cNvPr id="0" name=""/>
        <dsp:cNvSpPr/>
      </dsp:nvSpPr>
      <dsp:spPr>
        <a:xfrm>
          <a:off x="4878" y="1009383"/>
          <a:ext cx="2132957" cy="23024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• Average passenger age: ~29 years.</a:t>
          </a:r>
          <a:endParaRPr lang="en-US" sz="1800" b="1" kern="1200" dirty="0"/>
        </a:p>
      </dsp:txBody>
      <dsp:txXfrm>
        <a:off x="67350" y="1071855"/>
        <a:ext cx="2008013" cy="2177462"/>
      </dsp:txXfrm>
    </dsp:sp>
    <dsp:sp modelId="{9CAD4A04-0D34-4D22-B597-6CE9BCBC65E4}">
      <dsp:nvSpPr>
        <dsp:cNvPr id="0" name=""/>
        <dsp:cNvSpPr/>
      </dsp:nvSpPr>
      <dsp:spPr>
        <a:xfrm>
          <a:off x="2351131" y="1896100"/>
          <a:ext cx="452186" cy="52897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351131" y="2001895"/>
        <a:ext cx="316530" cy="317383"/>
      </dsp:txXfrm>
    </dsp:sp>
    <dsp:sp modelId="{E0D630BB-67C3-492B-B2EA-8382A1B39E1E}">
      <dsp:nvSpPr>
        <dsp:cNvPr id="0" name=""/>
        <dsp:cNvSpPr/>
      </dsp:nvSpPr>
      <dsp:spPr>
        <a:xfrm>
          <a:off x="2991018" y="1009383"/>
          <a:ext cx="2132957" cy="23024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• Gender distribution: 65% male, 35% female.</a:t>
          </a:r>
          <a:endParaRPr lang="en-US" sz="1800" b="1" kern="1200" dirty="0"/>
        </a:p>
      </dsp:txBody>
      <dsp:txXfrm>
        <a:off x="3053490" y="1071855"/>
        <a:ext cx="2008013" cy="2177462"/>
      </dsp:txXfrm>
    </dsp:sp>
    <dsp:sp modelId="{597C731A-5DCB-4D9C-8A16-F4CFE4E1658C}">
      <dsp:nvSpPr>
        <dsp:cNvPr id="0" name=""/>
        <dsp:cNvSpPr/>
      </dsp:nvSpPr>
      <dsp:spPr>
        <a:xfrm>
          <a:off x="5337272" y="1896100"/>
          <a:ext cx="452186" cy="52897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337272" y="2001895"/>
        <a:ext cx="316530" cy="317383"/>
      </dsp:txXfrm>
    </dsp:sp>
    <dsp:sp modelId="{4CD6531B-7414-4006-BCB4-94989431724C}">
      <dsp:nvSpPr>
        <dsp:cNvPr id="0" name=""/>
        <dsp:cNvSpPr/>
      </dsp:nvSpPr>
      <dsp:spPr>
        <a:xfrm>
          <a:off x="5977159" y="1009383"/>
          <a:ext cx="2132957" cy="23024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• Class distribution: 55% 3rd class, 25% 1st class, 20% 2nd class.</a:t>
          </a:r>
          <a:endParaRPr lang="en-US" sz="1800" b="1" kern="1200" dirty="0"/>
        </a:p>
      </dsp:txBody>
      <dsp:txXfrm>
        <a:off x="6039631" y="1071855"/>
        <a:ext cx="2008013" cy="2177462"/>
      </dsp:txXfrm>
    </dsp:sp>
    <dsp:sp modelId="{CF2710AB-B408-4B5E-B2CB-F4E3206E6DB4}">
      <dsp:nvSpPr>
        <dsp:cNvPr id="0" name=""/>
        <dsp:cNvSpPr/>
      </dsp:nvSpPr>
      <dsp:spPr>
        <a:xfrm>
          <a:off x="8323412" y="1896100"/>
          <a:ext cx="452186" cy="52897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323412" y="2001895"/>
        <a:ext cx="316530" cy="317383"/>
      </dsp:txXfrm>
    </dsp:sp>
    <dsp:sp modelId="{691E1A52-DCF6-4C14-82F1-FF3471C645E1}">
      <dsp:nvSpPr>
        <dsp:cNvPr id="0" name=""/>
        <dsp:cNvSpPr/>
      </dsp:nvSpPr>
      <dsp:spPr>
        <a:xfrm>
          <a:off x="8963300" y="1009383"/>
          <a:ext cx="2132957" cy="23024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baseline="0" dirty="0"/>
            <a:t>• Majority of passengers paid fares below £100.</a:t>
          </a:r>
          <a:endParaRPr lang="en-US" sz="1800" b="1" kern="1200" dirty="0"/>
        </a:p>
      </dsp:txBody>
      <dsp:txXfrm>
        <a:off x="9025772" y="1071855"/>
        <a:ext cx="2008013" cy="21774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47081F-A7D6-475D-97E3-6FD91AC4C69B}">
      <dsp:nvSpPr>
        <dsp:cNvPr id="0" name=""/>
        <dsp:cNvSpPr/>
      </dsp:nvSpPr>
      <dsp:spPr>
        <a:xfrm>
          <a:off x="0" y="1357332"/>
          <a:ext cx="3626298" cy="1450519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 dirty="0"/>
            <a:t>• Correlation heatmap showed strong links between Fare and Survival</a:t>
          </a:r>
          <a:endParaRPr lang="en-US" sz="1700" kern="1200" dirty="0"/>
        </a:p>
      </dsp:txBody>
      <dsp:txXfrm>
        <a:off x="725260" y="1357332"/>
        <a:ext cx="2175779" cy="1450519"/>
      </dsp:txXfrm>
    </dsp:sp>
    <dsp:sp modelId="{9FD65A49-5EA3-43F3-9BEE-259E667BDCC6}">
      <dsp:nvSpPr>
        <dsp:cNvPr id="0" name=""/>
        <dsp:cNvSpPr/>
      </dsp:nvSpPr>
      <dsp:spPr>
        <a:xfrm>
          <a:off x="6940818" y="727908"/>
          <a:ext cx="3626298" cy="1450519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 dirty="0"/>
            <a:t>• Pairplots and scatter plots revealed more survivors among higher-paying passengers.</a:t>
          </a:r>
          <a:endParaRPr lang="en-US" sz="1700" kern="1200" dirty="0"/>
        </a:p>
      </dsp:txBody>
      <dsp:txXfrm>
        <a:off x="7666078" y="727908"/>
        <a:ext cx="2175779" cy="1450519"/>
      </dsp:txXfrm>
    </dsp:sp>
    <dsp:sp modelId="{B82AE839-60E5-43D8-B52F-FA57C3AED1E4}">
      <dsp:nvSpPr>
        <dsp:cNvPr id="0" name=""/>
        <dsp:cNvSpPr/>
      </dsp:nvSpPr>
      <dsp:spPr>
        <a:xfrm>
          <a:off x="3737418" y="3307860"/>
          <a:ext cx="3626298" cy="1450519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10795" rIns="0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• Interactive Plotly visuals highlighted women and upper-class passengers’ survival advantage.</a:t>
          </a:r>
          <a:endParaRPr lang="en-US" sz="1700" kern="1200"/>
        </a:p>
      </dsp:txBody>
      <dsp:txXfrm>
        <a:off x="4462678" y="3307860"/>
        <a:ext cx="2175779" cy="14505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70867-6887-4E1B-A01F-9FC003E6EF16}">
      <dsp:nvSpPr>
        <dsp:cNvPr id="0" name=""/>
        <dsp:cNvSpPr/>
      </dsp:nvSpPr>
      <dsp:spPr>
        <a:xfrm rot="5400000">
          <a:off x="6981297" y="-2840870"/>
          <a:ext cx="1134949" cy="710472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baseline="0"/>
            <a:t>This reflects the </a:t>
          </a:r>
          <a:r>
            <a:rPr lang="en-US" sz="1700" i="1" kern="1200" baseline="0"/>
            <a:t>“women and children first”</a:t>
          </a:r>
          <a:r>
            <a:rPr lang="en-US" sz="1700" kern="1200" baseline="0"/>
            <a:t> evacuation policy.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baseline="0"/>
            <a:t>Women were prioritized for lifeboats, especially those in higher classes.</a:t>
          </a:r>
          <a:endParaRPr lang="en-US" sz="1700" kern="1200"/>
        </a:p>
      </dsp:txBody>
      <dsp:txXfrm rot="-5400000">
        <a:off x="3996408" y="199423"/>
        <a:ext cx="7049323" cy="1024141"/>
      </dsp:txXfrm>
    </dsp:sp>
    <dsp:sp modelId="{5ECA789C-E901-4FB3-AA2F-3E5153B7B4CD}">
      <dsp:nvSpPr>
        <dsp:cNvPr id="0" name=""/>
        <dsp:cNvSpPr/>
      </dsp:nvSpPr>
      <dsp:spPr>
        <a:xfrm>
          <a:off x="0" y="2149"/>
          <a:ext cx="3996408" cy="141868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/>
            <a:t>1- Gender (Most influential factor overall)</a:t>
          </a:r>
          <a:endParaRPr lang="en-US" sz="2800" kern="1200"/>
        </a:p>
      </dsp:txBody>
      <dsp:txXfrm>
        <a:off x="69255" y="71404"/>
        <a:ext cx="3857898" cy="1280177"/>
      </dsp:txXfrm>
    </dsp:sp>
    <dsp:sp modelId="{8ABEA728-2893-4C57-91A0-0D2D0DD1F78B}">
      <dsp:nvSpPr>
        <dsp:cNvPr id="0" name=""/>
        <dsp:cNvSpPr/>
      </dsp:nvSpPr>
      <dsp:spPr>
        <a:xfrm rot="5400000">
          <a:off x="6981297" y="-1351248"/>
          <a:ext cx="1134949" cy="710472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baseline="0"/>
            <a:t>Higher-class passengers had </a:t>
          </a:r>
          <a:r>
            <a:rPr lang="en-US" sz="1700" b="1" kern="1200" baseline="0"/>
            <a:t>better cabins</a:t>
          </a:r>
          <a:r>
            <a:rPr lang="en-US" sz="1700" kern="1200" baseline="0"/>
            <a:t>, </a:t>
          </a:r>
          <a:r>
            <a:rPr lang="en-US" sz="1700" b="1" kern="1200" baseline="0"/>
            <a:t>closer access to lifeboats</a:t>
          </a:r>
          <a:r>
            <a:rPr lang="en-US" sz="1700" kern="1200" baseline="0"/>
            <a:t>, and </a:t>
          </a:r>
          <a:r>
            <a:rPr lang="en-US" sz="1700" b="1" kern="1200" baseline="0"/>
            <a:t>crew assistance</a:t>
          </a:r>
          <a:r>
            <a:rPr lang="en-US" sz="1700" kern="1200" baseline="0"/>
            <a:t>, while 3rd-class passengers were </a:t>
          </a:r>
          <a:r>
            <a:rPr lang="en-US" sz="1700" b="1" kern="1200" baseline="0"/>
            <a:t>below deck</a:t>
          </a:r>
          <a:r>
            <a:rPr lang="en-US" sz="1700" kern="1200" baseline="0"/>
            <a:t>, delaying escape.</a:t>
          </a:r>
          <a:endParaRPr lang="en-US" sz="1700" kern="1200"/>
        </a:p>
      </dsp:txBody>
      <dsp:txXfrm rot="-5400000">
        <a:off x="3996408" y="1689045"/>
        <a:ext cx="7049323" cy="1024141"/>
      </dsp:txXfrm>
    </dsp:sp>
    <dsp:sp modelId="{8B888014-3929-4B88-8B31-0DE5B3C3095C}">
      <dsp:nvSpPr>
        <dsp:cNvPr id="0" name=""/>
        <dsp:cNvSpPr/>
      </dsp:nvSpPr>
      <dsp:spPr>
        <a:xfrm>
          <a:off x="0" y="1491771"/>
          <a:ext cx="3996408" cy="141868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 dirty="0"/>
            <a:t>    2- Passenger Class (Socio-economic Status)</a:t>
          </a:r>
          <a:endParaRPr lang="en-US" sz="2800" kern="1200" dirty="0"/>
        </a:p>
      </dsp:txBody>
      <dsp:txXfrm>
        <a:off x="69255" y="1561026"/>
        <a:ext cx="3857898" cy="1280177"/>
      </dsp:txXfrm>
    </dsp:sp>
    <dsp:sp modelId="{2091FA4C-95CE-4B33-A2A4-1A97A7EC817F}">
      <dsp:nvSpPr>
        <dsp:cNvPr id="0" name=""/>
        <dsp:cNvSpPr/>
      </dsp:nvSpPr>
      <dsp:spPr>
        <a:xfrm rot="5400000">
          <a:off x="6981297" y="138373"/>
          <a:ext cx="1134949" cy="710472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baseline="0"/>
            <a:t>Small families (2–4 members) had the </a:t>
          </a:r>
          <a:r>
            <a:rPr lang="en-US" sz="1700" b="1" kern="1200" baseline="0"/>
            <a:t>highest survival rate (~58%)</a:t>
          </a:r>
          <a:r>
            <a:rPr lang="en-US" sz="1700" kern="1200" baseline="0"/>
            <a:t>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baseline="0"/>
            <a:t>This suggests </a:t>
          </a:r>
          <a:r>
            <a:rPr lang="en-US" sz="1700" b="1" kern="1200" baseline="0"/>
            <a:t>group coordination</a:t>
          </a:r>
          <a:r>
            <a:rPr lang="en-US" sz="1700" kern="1200" baseline="0"/>
            <a:t> mattered—families could help each other reach safety</a:t>
          </a:r>
          <a:endParaRPr lang="en-US" sz="1700" kern="1200"/>
        </a:p>
      </dsp:txBody>
      <dsp:txXfrm rot="-5400000">
        <a:off x="3996408" y="3178666"/>
        <a:ext cx="7049323" cy="1024141"/>
      </dsp:txXfrm>
    </dsp:sp>
    <dsp:sp modelId="{BAF197E9-57E8-4FCC-B6EC-84B174218FAC}">
      <dsp:nvSpPr>
        <dsp:cNvPr id="0" name=""/>
        <dsp:cNvSpPr/>
      </dsp:nvSpPr>
      <dsp:spPr>
        <a:xfrm>
          <a:off x="0" y="2981393"/>
          <a:ext cx="3996408" cy="1418687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/>
            <a:t>3- Family Size</a:t>
          </a:r>
          <a:endParaRPr lang="en-US" sz="2800" kern="1200"/>
        </a:p>
      </dsp:txBody>
      <dsp:txXfrm>
        <a:off x="69255" y="3050648"/>
        <a:ext cx="3857898" cy="128017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E16776-0B9F-4A9E-89B5-3D968E65B84E}">
      <dsp:nvSpPr>
        <dsp:cNvPr id="0" name=""/>
        <dsp:cNvSpPr/>
      </dsp:nvSpPr>
      <dsp:spPr>
        <a:xfrm>
          <a:off x="0" y="79966"/>
          <a:ext cx="11101136" cy="74353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baseline="0"/>
            <a:t>4- Fare (Wealth Indicator)</a:t>
          </a:r>
          <a:endParaRPr lang="en-US" sz="3100" kern="1200"/>
        </a:p>
      </dsp:txBody>
      <dsp:txXfrm>
        <a:off x="36296" y="116262"/>
        <a:ext cx="11028544" cy="670943"/>
      </dsp:txXfrm>
    </dsp:sp>
    <dsp:sp modelId="{77FE253A-047F-4EC0-9704-EEB129BEB1C9}">
      <dsp:nvSpPr>
        <dsp:cNvPr id="0" name=""/>
        <dsp:cNvSpPr/>
      </dsp:nvSpPr>
      <dsp:spPr>
        <a:xfrm>
          <a:off x="0" y="823501"/>
          <a:ext cx="11101136" cy="189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461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baseline="0" dirty="0"/>
            <a:t>Fare is strongly correlated with both </a:t>
          </a:r>
          <a:r>
            <a:rPr lang="en-US" sz="2400" b="1" kern="1200" baseline="0" dirty="0"/>
            <a:t>class</a:t>
          </a:r>
          <a:r>
            <a:rPr lang="en-US" sz="2400" kern="1200" baseline="0" dirty="0"/>
            <a:t> and </a:t>
          </a:r>
          <a:r>
            <a:rPr lang="en-US" sz="2400" b="1" kern="1200" baseline="0" dirty="0"/>
            <a:t>survival</a:t>
          </a:r>
          <a:r>
            <a:rPr lang="en-US" sz="2400" kern="1200" baseline="0" dirty="0"/>
            <a:t>.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baseline="0"/>
            <a:t>Passengers who paid higher fares (1st class) had </a:t>
          </a:r>
          <a:r>
            <a:rPr lang="en-US" sz="2400" b="1" kern="1200" baseline="0"/>
            <a:t>significantly higher chances of survival</a:t>
          </a:r>
          <a:r>
            <a:rPr lang="en-US" sz="2400" kern="1200" baseline="0"/>
            <a:t>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baseline="0"/>
            <a:t>The relationship reflects </a:t>
          </a:r>
          <a:r>
            <a:rPr lang="en-US" sz="2400" b="1" kern="1200" baseline="0"/>
            <a:t>economic inequality</a:t>
          </a:r>
          <a:r>
            <a:rPr lang="en-US" sz="2400" kern="1200" baseline="0"/>
            <a:t> — wealthier passengers had more resources and priority access to rescue.</a:t>
          </a:r>
          <a:endParaRPr lang="en-US" sz="2400" kern="1200"/>
        </a:p>
      </dsp:txBody>
      <dsp:txXfrm>
        <a:off x="0" y="823501"/>
        <a:ext cx="11101136" cy="1893015"/>
      </dsp:txXfrm>
    </dsp:sp>
    <dsp:sp modelId="{FD691E71-4538-4E84-B227-44B138356A45}">
      <dsp:nvSpPr>
        <dsp:cNvPr id="0" name=""/>
        <dsp:cNvSpPr/>
      </dsp:nvSpPr>
      <dsp:spPr>
        <a:xfrm>
          <a:off x="0" y="2716516"/>
          <a:ext cx="11101136" cy="74353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baseline="0"/>
            <a:t>5- Age</a:t>
          </a:r>
          <a:endParaRPr lang="en-US" sz="3100" kern="1200"/>
        </a:p>
      </dsp:txBody>
      <dsp:txXfrm>
        <a:off x="36296" y="2752812"/>
        <a:ext cx="11028544" cy="670943"/>
      </dsp:txXfrm>
    </dsp:sp>
    <dsp:sp modelId="{80AADDAF-F5DB-45D2-9DC0-2824FA273A32}">
      <dsp:nvSpPr>
        <dsp:cNvPr id="0" name=""/>
        <dsp:cNvSpPr/>
      </dsp:nvSpPr>
      <dsp:spPr>
        <a:xfrm>
          <a:off x="0" y="3460051"/>
          <a:ext cx="11101136" cy="1155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461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kern="1200" baseline="0"/>
            <a:t>Children had higher survival rates</a:t>
          </a:r>
          <a:r>
            <a:rPr lang="en-US" sz="2400" kern="1200" baseline="0"/>
            <a:t>, especially those under 16 years old.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baseline="0"/>
            <a:t>Older passengers (&gt;60) were among the least likely to survive, possibly due to slower mobility or deference to younger passengers.</a:t>
          </a:r>
          <a:endParaRPr lang="en-US" sz="2400" kern="1200"/>
        </a:p>
      </dsp:txBody>
      <dsp:txXfrm>
        <a:off x="0" y="3460051"/>
        <a:ext cx="11101136" cy="11550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5D708A-7514-4010-958C-ED72BAF8EC0F}">
      <dsp:nvSpPr>
        <dsp:cNvPr id="0" name=""/>
        <dsp:cNvSpPr/>
      </dsp:nvSpPr>
      <dsp:spPr>
        <a:xfrm>
          <a:off x="1427079" y="0"/>
          <a:ext cx="8246976" cy="377983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>
              <a:latin typeface="Aptos Black" panose="020B0004020202020204" pitchFamily="34" charset="0"/>
            </a:rPr>
            <a:t>The Titanic dataset reveals clear socio-economic and gender-based disparities in survival rates. Women and children from higher classes had the greatest likelihood of survival, while lower-class males were the most affected. The findings demonstrate how gender norms and class influenced access to lifeboats.</a:t>
          </a:r>
          <a:endParaRPr lang="en-US" sz="2200" kern="1200" dirty="0">
            <a:latin typeface="Aptos Black" panose="020B0004020202020204" pitchFamily="34" charset="0"/>
          </a:endParaRPr>
        </a:p>
      </dsp:txBody>
      <dsp:txXfrm>
        <a:off x="1537787" y="110708"/>
        <a:ext cx="8025560" cy="35584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282573-6B25-4FE7-A972-23CADEC4BEDB}">
      <dsp:nvSpPr>
        <dsp:cNvPr id="0" name=""/>
        <dsp:cNvSpPr/>
      </dsp:nvSpPr>
      <dsp:spPr>
        <a:xfrm>
          <a:off x="0" y="29302"/>
          <a:ext cx="11101136" cy="81549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baseline="0"/>
            <a:t>Improve access to lifeboats across all classes.</a:t>
          </a:r>
          <a:endParaRPr lang="en-US" sz="3400" kern="1200"/>
        </a:p>
      </dsp:txBody>
      <dsp:txXfrm>
        <a:off x="39809" y="69111"/>
        <a:ext cx="11021518" cy="735872"/>
      </dsp:txXfrm>
    </dsp:sp>
    <dsp:sp modelId="{4D3C0F0C-C4A1-4E2E-A48C-D5B1ACB9F94C}">
      <dsp:nvSpPr>
        <dsp:cNvPr id="0" name=""/>
        <dsp:cNvSpPr/>
      </dsp:nvSpPr>
      <dsp:spPr>
        <a:xfrm>
          <a:off x="0" y="942713"/>
          <a:ext cx="11101136" cy="81549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baseline="0"/>
            <a:t>Enforce equitable evacuation policies.</a:t>
          </a:r>
          <a:endParaRPr lang="en-US" sz="3400" kern="1200"/>
        </a:p>
      </dsp:txBody>
      <dsp:txXfrm>
        <a:off x="39809" y="982522"/>
        <a:ext cx="11021518" cy="735872"/>
      </dsp:txXfrm>
    </dsp:sp>
    <dsp:sp modelId="{1404071C-F64E-458B-A94E-34EF71740C14}">
      <dsp:nvSpPr>
        <dsp:cNvPr id="0" name=""/>
        <dsp:cNvSpPr/>
      </dsp:nvSpPr>
      <dsp:spPr>
        <a:xfrm>
          <a:off x="0" y="1856123"/>
          <a:ext cx="11101136" cy="81549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baseline="0"/>
            <a:t>Strengthen communication and passenger drills.</a:t>
          </a:r>
          <a:endParaRPr lang="en-US" sz="3400" kern="1200"/>
        </a:p>
      </dsp:txBody>
      <dsp:txXfrm>
        <a:off x="39809" y="1895932"/>
        <a:ext cx="11021518" cy="735872"/>
      </dsp:txXfrm>
    </dsp:sp>
    <dsp:sp modelId="{56A2A7D5-F5F6-4702-B263-DC8FDB1DC6B0}">
      <dsp:nvSpPr>
        <dsp:cNvPr id="0" name=""/>
        <dsp:cNvSpPr/>
      </dsp:nvSpPr>
      <dsp:spPr>
        <a:xfrm>
          <a:off x="0" y="2769533"/>
          <a:ext cx="11101136" cy="81549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baseline="0"/>
            <a:t>Use data insights to guide safety planning.</a:t>
          </a:r>
          <a:endParaRPr lang="en-US" sz="3400" kern="1200"/>
        </a:p>
      </dsp:txBody>
      <dsp:txXfrm>
        <a:off x="39809" y="2809342"/>
        <a:ext cx="11021518" cy="735872"/>
      </dsp:txXfrm>
    </dsp:sp>
    <dsp:sp modelId="{308ECDE7-5274-4CA0-AA98-057B7C4449C5}">
      <dsp:nvSpPr>
        <dsp:cNvPr id="0" name=""/>
        <dsp:cNvSpPr/>
      </dsp:nvSpPr>
      <dsp:spPr>
        <a:xfrm>
          <a:off x="0" y="3682943"/>
          <a:ext cx="11101136" cy="81549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baseline="0"/>
            <a:t>Train staff for fair and efficient emergency response.</a:t>
          </a:r>
          <a:endParaRPr lang="en-US" sz="3400" kern="1200"/>
        </a:p>
      </dsp:txBody>
      <dsp:txXfrm>
        <a:off x="39809" y="3722752"/>
        <a:ext cx="11021518" cy="735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4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8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74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4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71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18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33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2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8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5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3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10/15/2025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465611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C51935E-4A08-4AE4-8E13-F40CD3C4F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E2935B3-43F9-4F49-AEEE-A09015DDF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3C3E9F-031F-4D06-B2D1-FBDE7797A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D6B24CB-2D97-4762-B34A-9FE40CECA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2E85C82-5A92-4169-B806-F7A311C1C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36DD679-1C6F-4F84-9CA0-27B1ABCFD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0EBB60D-86C6-45E0-AB7B-8C952F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06710FE-8C5F-4C9D-AF9E-1A7CDAE4C6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8556C1B-E283-4483-ACD0-2808A242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75218D-6500-488D-AB87-B8B426C1CC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859891A-F84B-4F49-B829-12D780F427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4DD948-16D9-47F3-880E-69BF40A2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CED433A-4441-4EF2-A360-2D5C19C7F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7E071-1256-44B2-4F7A-D03DC8305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-76200"/>
            <a:ext cx="12191981" cy="9398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ptos Black" panose="020B0004020202020204" pitchFamily="34" charset="0"/>
              </a:rPr>
              <a:t>TITANIC DATA ANALYSIS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3C119-66BA-462F-3014-D85C8949B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5930" y="1708151"/>
            <a:ext cx="5856049" cy="2978303"/>
          </a:xfrm>
        </p:spPr>
        <p:txBody>
          <a:bodyPr>
            <a:normAutofit fontScale="70000" lnSpcReduction="20000"/>
          </a:bodyPr>
          <a:lstStyle/>
          <a:p>
            <a:r>
              <a:rPr lang="en-US" sz="4500" b="1" dirty="0">
                <a:latin typeface="Aptos Black" panose="020B0004020202020204" pitchFamily="34" charset="0"/>
              </a:rPr>
              <a:t>(Group 1)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>
                <a:latin typeface="Aptos Black" panose="020B0004020202020204" pitchFamily="34" charset="0"/>
              </a:rPr>
              <a:t>Abisola Lufadeju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>
                <a:latin typeface="Aptos Black" panose="020B0004020202020204" pitchFamily="34" charset="0"/>
              </a:rPr>
              <a:t>N. Samuel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>
                <a:latin typeface="Aptos Black" panose="020B0004020202020204" pitchFamily="34" charset="0"/>
              </a:rPr>
              <a:t>Blessing Ugochukwu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>
                <a:latin typeface="Aptos Black" panose="020B0004020202020204" pitchFamily="34" charset="0"/>
              </a:rPr>
              <a:t>Anita Williams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400" b="1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4A0AA1-C9DD-452F-AF3C-8231C0CD8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" y="3600"/>
            <a:ext cx="6854400" cy="6854400"/>
            <a:chOff x="0" y="3600"/>
            <a:chExt cx="6854400" cy="6854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81A3F73-01DC-494A-B9CC-582418F95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36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C4A7316-203B-47F8-B448-E54B106DB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" y="199202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DFB6685-5F8D-4A29-9735-BF4667A59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5" name="Picture 34" descr="An abstract genetic concept">
            <a:extLst>
              <a:ext uri="{FF2B5EF4-FFF2-40B4-BE49-F238E27FC236}">
                <a16:creationId xmlns:a16="http://schemas.microsoft.com/office/drawing/2014/main" id="{1F28838B-A0F5-1B11-57B1-4F030B1F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-1"/>
            <a:ext cx="4972030" cy="6858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1016000"/>
          </a:effectLst>
        </p:spPr>
      </p:pic>
    </p:spTree>
    <p:extLst>
      <p:ext uri="{BB962C8B-B14F-4D97-AF65-F5344CB8AC3E}">
        <p14:creationId xmlns:p14="http://schemas.microsoft.com/office/powerpoint/2010/main" val="343124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93DA-D14D-4ADE-798A-50D1DAA7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1427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ptos Black" panose="020B0004020202020204" pitchFamily="34" charset="0"/>
              </a:rPr>
              <a:t>Project Overview</a:t>
            </a:r>
            <a:br>
              <a:rPr lang="en-US" b="1" dirty="0">
                <a:latin typeface="Aptos Black" panose="020B0004020202020204" pitchFamily="34" charset="0"/>
              </a:rPr>
            </a:br>
            <a:endParaRPr lang="en-US" dirty="0">
              <a:latin typeface="Aptos Black" panose="020B000402020202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12716E6-2884-76E5-4B25-D01945CA6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155907"/>
              </p:ext>
            </p:extLst>
          </p:nvPr>
        </p:nvGraphicFramePr>
        <p:xfrm>
          <a:off x="540000" y="1949451"/>
          <a:ext cx="11101136" cy="4359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546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E35F-A80D-DFB3-C579-7D5248B7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04074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ptos Black" panose="020B0004020202020204" pitchFamily="34" charset="0"/>
              </a:rPr>
              <a:t>Tools and Libraries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64AA30-47FA-AFEA-CDB0-C3EA99E69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835175"/>
              </p:ext>
            </p:extLst>
          </p:nvPr>
        </p:nvGraphicFramePr>
        <p:xfrm>
          <a:off x="540000" y="2528887"/>
          <a:ext cx="11101136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1252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2778-6DC5-095E-3B03-1D7F38B0B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958600"/>
          </a:xfrm>
        </p:spPr>
        <p:txBody>
          <a:bodyPr/>
          <a:lstStyle/>
          <a:p>
            <a:pPr algn="ctr"/>
            <a:r>
              <a:rPr lang="en-US" b="1" dirty="0">
                <a:latin typeface="Aptos Black" panose="020B0004020202020204" pitchFamily="34" charset="0"/>
              </a:rPr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AE94FD-0F4D-9F10-3B36-33D308597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0001" y="2111795"/>
            <a:ext cx="11531350" cy="46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Step 1: Data Collection &amp; Import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Black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Loaded the Titanic dataset into Python using Pandas.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Reviewed the structure, column data types, and missing values.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Step 2: Data Cleaning &amp; Transformation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Black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Filled missing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Age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 and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Embarked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 values, dropped unused fields (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Cabin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Converted categorical variables (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Sex, 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Pclass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, Embarked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) to appropriate data types.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Created derived fields: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FamilySize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 and Alone.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74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106F-2DD4-4CAC-3F73-6D72297A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78715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ptos Black" panose="020B0004020202020204" pitchFamily="34" charset="0"/>
              </a:rPr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68634-9D85-A600-4302-E04B3DA31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09701"/>
            <a:ext cx="11101136" cy="4899024"/>
          </a:xfrm>
        </p:spPr>
        <p:txBody>
          <a:bodyPr>
            <a:normAutofit fontScale="925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Step 3: Exploratory Data Analysis (EDA)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Black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Performed summary statistics and visualized data using Seaborn &amp; Matplotlib.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Examined distributions of Age, Fare, Class, and Sex.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Black" panose="020B0004020202020204" pitchFamily="34" charset="0"/>
              </a:rPr>
              <a:t>Studied relationships between variables via correlation heatmaps.</a:t>
            </a:r>
            <a:endParaRPr lang="en-US" sz="2000" b="1" dirty="0">
              <a:latin typeface="Aptos Black" panose="020B00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Aptos Black" panose="020B0004020202020204" pitchFamily="34" charset="0"/>
              </a:rPr>
              <a:t>Step 4: Survival Analysis</a:t>
            </a:r>
            <a:endParaRPr lang="en-US" sz="2000" dirty="0">
              <a:latin typeface="Aptos Black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Black" panose="020B0004020202020204" pitchFamily="34" charset="0"/>
              </a:rPr>
              <a:t>Used groupby and aggregation to calculate survival rates by gender, class, family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Black" panose="020B0004020202020204" pitchFamily="34" charset="0"/>
              </a:rPr>
              <a:t>Visualized findings through bar charts, histograms, and interactive Plotly plots.</a:t>
            </a:r>
          </a:p>
          <a:p>
            <a:r>
              <a:rPr lang="en-US" sz="2000" b="1" dirty="0">
                <a:latin typeface="Aptos Black" panose="020B0004020202020204" pitchFamily="34" charset="0"/>
              </a:rPr>
              <a:t>Step 5: Insight Interpretation</a:t>
            </a:r>
            <a:endParaRPr lang="en-US" sz="2000" dirty="0">
              <a:latin typeface="Aptos Black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Black" panose="020B0004020202020204" pitchFamily="34" charset="0"/>
              </a:rPr>
              <a:t>Summarized how socio-economic status, age, and gender influenced survival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ptos Black" panose="020B0004020202020204" pitchFamily="34" charset="0"/>
              </a:rPr>
              <a:t>Connected analytical results to real-world context of the Titanic tragedy.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ptos Black" panose="020B0004020202020204" pitchFamily="34" charset="0"/>
            </a:endParaRPr>
          </a:p>
          <a:p>
            <a:endParaRPr lang="en-US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2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83EB-C465-08A1-F1F7-1A2D1D19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 Black" panose="020B0004020202020204" pitchFamily="34" charset="0"/>
              </a:rPr>
              <a:t>Project Objective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37EB83-480B-296E-7CF6-45D8E8C1F3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6345640"/>
              </p:ext>
            </p:extLst>
          </p:nvPr>
        </p:nvGraphicFramePr>
        <p:xfrm>
          <a:off x="540000" y="2528887"/>
          <a:ext cx="11101136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737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9FAB-CCC5-3686-5DEB-CF55DD6E0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18720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ptos Black" panose="020B0004020202020204" pitchFamily="34" charset="0"/>
              </a:rPr>
              <a:t>Passenger Demographics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1DD0E8-54B6-D9E6-B547-88407321BB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411924"/>
              </p:ext>
            </p:extLst>
          </p:nvPr>
        </p:nvGraphicFramePr>
        <p:xfrm>
          <a:off x="540000" y="1987551"/>
          <a:ext cx="11101136" cy="4321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954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E4164-5584-A1A8-C691-7BB7F99D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1"/>
            <a:ext cx="5884863" cy="1139608"/>
          </a:xfrm>
        </p:spPr>
        <p:txBody>
          <a:bodyPr anchor="t">
            <a:normAutofit/>
          </a:bodyPr>
          <a:lstStyle/>
          <a:p>
            <a:pPr algn="ctr"/>
            <a:r>
              <a:rPr lang="en-US" sz="5400" b="1" dirty="0"/>
              <a:t>Survival Analysis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550E81-7F4F-DC4B-2FE5-533DD3D18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713297"/>
            <a:ext cx="5884863" cy="4595428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115000"/>
              </a:lnSpc>
            </a:pPr>
            <a:r>
              <a:rPr lang="en-US" sz="1400" b="1" dirty="0">
                <a:latin typeface="Aptos Black" panose="020B0004020202020204" pitchFamily="34" charset="0"/>
              </a:rPr>
              <a:t>Overall survival rate: 38%.</a:t>
            </a:r>
          </a:p>
          <a:p>
            <a:pPr>
              <a:lnSpc>
                <a:spcPct val="115000"/>
              </a:lnSpc>
            </a:pPr>
            <a:r>
              <a:rPr lang="en-US" sz="1400" b="1" dirty="0">
                <a:latin typeface="Aptos Black" panose="020B0004020202020204" pitchFamily="34" charset="0"/>
              </a:rPr>
              <a:t>Women survival rate: ~74%; Men: ~19%.</a:t>
            </a:r>
          </a:p>
          <a:p>
            <a:pPr>
              <a:lnSpc>
                <a:spcPct val="115000"/>
              </a:lnSpc>
            </a:pPr>
            <a:r>
              <a:rPr lang="en-US" sz="1400" b="1" dirty="0">
                <a:latin typeface="Aptos Black" panose="020B0004020202020204" pitchFamily="34" charset="0"/>
              </a:rPr>
              <a:t>Class effect: 1st class (40%), 2nd class (25%), 3rd class (35%).</a:t>
            </a:r>
          </a:p>
          <a:p>
            <a:pPr>
              <a:lnSpc>
                <a:spcPct val="115000"/>
              </a:lnSpc>
            </a:pPr>
            <a:r>
              <a:rPr lang="en-US" sz="1400" b="1" dirty="0">
                <a:latin typeface="Aptos Black" panose="020B0004020202020204" pitchFamily="34" charset="0"/>
              </a:rPr>
              <a:t>Younger passengers and those with smaller families had higher chances of survival (0-16 years).</a:t>
            </a:r>
          </a:p>
          <a:p>
            <a:pPr>
              <a:lnSpc>
                <a:spcPct val="115000"/>
              </a:lnSpc>
            </a:pPr>
            <a:r>
              <a:rPr lang="en-US" sz="1400" b="1" dirty="0">
                <a:effectLst/>
                <a:latin typeface="Aptos Black" panose="020B0004020202020204" pitchFamily="34" charset="0"/>
              </a:rPr>
              <a:t>Family Impact: Solo travelers ~30% survival; small families (2-4) up to 58%.</a:t>
            </a:r>
          </a:p>
          <a:p>
            <a:pPr>
              <a:lnSpc>
                <a:spcPct val="115000"/>
              </a:lnSpc>
            </a:pPr>
            <a:r>
              <a:rPr lang="en-US" sz="1400" b="1" dirty="0">
                <a:effectLst/>
                <a:latin typeface="Aptos Black" panose="020B0004020202020204" pitchFamily="34" charset="0"/>
              </a:rPr>
              <a:t>Fare &amp; Class: Higher class correlated with higher fares and better survival.</a:t>
            </a:r>
          </a:p>
          <a:p>
            <a:pPr>
              <a:lnSpc>
                <a:spcPct val="115000"/>
              </a:lnSpc>
            </a:pPr>
            <a:r>
              <a:rPr lang="en-US" sz="1400" b="1" dirty="0">
                <a:effectLst/>
                <a:latin typeface="Aptos Black" panose="020B0004020202020204" pitchFamily="34" charset="0"/>
              </a:rPr>
              <a:t>Correlations: Fare positively correlates with survival (0.26).</a:t>
            </a:r>
          </a:p>
          <a:p>
            <a:r>
              <a:rPr lang="en-US" sz="1400" b="0" dirty="0">
                <a:effectLst/>
                <a:latin typeface="Aptos Black" panose="020B0004020202020204" pitchFamily="34" charset="0"/>
              </a:rPr>
              <a:t>Age has a nuanced effect.</a:t>
            </a:r>
          </a:p>
          <a:p>
            <a:r>
              <a:rPr lang="en-US" sz="1400" b="0" dirty="0">
                <a:effectLst/>
                <a:latin typeface="Aptos Black" panose="020B0004020202020204" pitchFamily="34" charset="0"/>
              </a:rPr>
              <a:t>There isn’t a clean linear pattern with age overall, </a:t>
            </a:r>
            <a:r>
              <a:rPr lang="en-US" sz="1400" b="0" dirty="0" err="1">
                <a:effectLst/>
                <a:latin typeface="Aptos Black" panose="020B0004020202020204" pitchFamily="34" charset="0"/>
              </a:rPr>
              <a:t>but:Young</a:t>
            </a:r>
            <a:r>
              <a:rPr lang="en-US" sz="1400" b="0" dirty="0">
                <a:effectLst/>
                <a:latin typeface="Aptos Black" panose="020B0004020202020204" pitchFamily="34" charset="0"/>
              </a:rPr>
              <a:t> children benefited from evacuation priority.</a:t>
            </a:r>
            <a:endParaRPr lang="en-US" sz="1400" b="1" dirty="0">
              <a:effectLst/>
              <a:latin typeface="Aptos Black" panose="020B00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latin typeface="Aptos Black" panose="020B0004020202020204" pitchFamily="34" charset="0"/>
              </a:rPr>
              <a:t>Higher fares correlated positively with survival (first-class advantage).</a:t>
            </a:r>
          </a:p>
          <a:p>
            <a:pPr>
              <a:lnSpc>
                <a:spcPct val="115000"/>
              </a:lnSpc>
            </a:pPr>
            <a:endParaRPr lang="en-US" sz="1400" b="1" dirty="0">
              <a:effectLst/>
              <a:latin typeface="Aptos Black" panose="020B0004020202020204" pitchFamily="34" charset="0"/>
            </a:endParaRPr>
          </a:p>
          <a:p>
            <a:pPr>
              <a:lnSpc>
                <a:spcPct val="115000"/>
              </a:lnSpc>
            </a:pPr>
            <a:endParaRPr lang="en-US" sz="11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9D27-DF7A-1AB1-46F8-F80458A59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772" y="2521683"/>
            <a:ext cx="2439227" cy="181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56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1132-EA9F-A790-1D99-B1AA2058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04335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Aptos Black" panose="020B0004020202020204" pitchFamily="34" charset="0"/>
              </a:rPr>
              <a:t>Key Visual Insights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81F620-2723-89E9-8336-F5523783A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25091"/>
              </p:ext>
            </p:extLst>
          </p:nvPr>
        </p:nvGraphicFramePr>
        <p:xfrm>
          <a:off x="540000" y="1549667"/>
          <a:ext cx="11101136" cy="4759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5548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5D4A-265B-7B04-636B-1AE373EA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1"/>
            <a:ext cx="11101135" cy="97802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ptos Black" panose="020B0004020202020204" pitchFamily="34" charset="0"/>
              </a:rPr>
              <a:t>Key Factors Influencing Survival on the Titanic</a:t>
            </a:r>
            <a:br>
              <a:rPr lang="en-US" sz="3600" b="1" dirty="0">
                <a:latin typeface="Aptos Black" panose="020B0004020202020204" pitchFamily="34" charset="0"/>
              </a:rPr>
            </a:br>
            <a:endParaRPr lang="en-US" sz="3600" dirty="0">
              <a:latin typeface="Aptos Black" panose="020B00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A64F19-F8E9-E931-9A2F-7C44B0F0A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6924714"/>
              </p:ext>
            </p:extLst>
          </p:nvPr>
        </p:nvGraphicFramePr>
        <p:xfrm>
          <a:off x="540000" y="1906495"/>
          <a:ext cx="11101136" cy="4402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6201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75AD-DD97-C478-6D87-5427F625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75473B-458C-07BB-0B3A-8A00B69444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5243672"/>
              </p:ext>
            </p:extLst>
          </p:nvPr>
        </p:nvGraphicFramePr>
        <p:xfrm>
          <a:off x="540000" y="1613647"/>
          <a:ext cx="11101136" cy="4695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1111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9213-9E33-883E-257F-7FD4E9929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035881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ptos Black" panose="020B0004020202020204" pitchFamily="34" charset="0"/>
              </a:rPr>
              <a:t>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B43B82-8854-388E-D022-3AADD3C94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34645"/>
              </p:ext>
            </p:extLst>
          </p:nvPr>
        </p:nvGraphicFramePr>
        <p:xfrm>
          <a:off x="540000" y="2528887"/>
          <a:ext cx="11101136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370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773DD-2B02-4B9A-FD43-B3825C6F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193176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Aptos Black" panose="020B0004020202020204" pitchFamily="34" charset="0"/>
              </a:rPr>
              <a:t>Recommendation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02EA4A-0F7F-74FF-E88F-2F2C538FDE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852598"/>
              </p:ext>
            </p:extLst>
          </p:nvPr>
        </p:nvGraphicFramePr>
        <p:xfrm>
          <a:off x="540000" y="1780989"/>
          <a:ext cx="11101136" cy="4527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0788200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2268</TotalTime>
  <Words>819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 Black</vt:lpstr>
      <vt:lpstr>Arial</vt:lpstr>
      <vt:lpstr>Avenir Next LT Pro</vt:lpstr>
      <vt:lpstr>Bell MT</vt:lpstr>
      <vt:lpstr>GlowVTI</vt:lpstr>
      <vt:lpstr>TITANIC DATA ANALYSIS PROJECT</vt:lpstr>
      <vt:lpstr>Project Overview </vt:lpstr>
      <vt:lpstr>Tools and Libraries Used</vt:lpstr>
      <vt:lpstr>Methodology</vt:lpstr>
      <vt:lpstr>CONT.</vt:lpstr>
      <vt:lpstr>Project Objective</vt:lpstr>
      <vt:lpstr>Passenger Demographics</vt:lpstr>
      <vt:lpstr>Survival Analysis</vt:lpstr>
      <vt:lpstr>Key Visual Insights</vt:lpstr>
      <vt:lpstr>Key Factors Influencing Survival on the Titanic </vt:lpstr>
      <vt:lpstr>CONT.</vt:lpstr>
      <vt:lpstr>Conclusion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divineblessing1807@gmail.com</dc:creator>
  <cp:lastModifiedBy>divineblessing1807@gmail.com</cp:lastModifiedBy>
  <cp:revision>1</cp:revision>
  <dcterms:created xsi:type="dcterms:W3CDTF">2025-10-13T12:19:39Z</dcterms:created>
  <dcterms:modified xsi:type="dcterms:W3CDTF">2025-10-15T13:47:27Z</dcterms:modified>
</cp:coreProperties>
</file>