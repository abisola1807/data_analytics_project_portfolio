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5" r:id="rId2"/>
    <p:sldId id="258" r:id="rId3"/>
    <p:sldId id="263" r:id="rId4"/>
    <p:sldId id="264" r:id="rId5"/>
    <p:sldId id="261" r:id="rId6"/>
    <p:sldId id="262" r:id="rId7"/>
    <p:sldId id="267" r:id="rId8"/>
    <p:sldId id="268" r:id="rId9"/>
    <p:sldId id="269" r:id="rId10"/>
    <p:sldId id="270" r:id="rId11"/>
    <p:sldId id="271" r:id="rId12"/>
    <p:sldId id="276" r:id="rId13"/>
    <p:sldId id="260"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881F4-3452-41A7-AF09-A63FF824B979}" v="446" dt="2025-08-23T18:08:38.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4660"/>
  </p:normalViewPr>
  <p:slideViewPr>
    <p:cSldViewPr snapToGrid="0">
      <p:cViewPr>
        <p:scale>
          <a:sx n="60" d="100"/>
          <a:sy n="60" d="100"/>
        </p:scale>
        <p:origin x="906"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ineblessing1807@gmail.com" userId="b2a17e7790becd36" providerId="LiveId" clId="{16B881F4-3452-41A7-AF09-A63FF824B979}"/>
    <pc:docChg chg="undo custSel addSld delSld modSld sldOrd modMainMaster">
      <pc:chgData name="divineblessing1807@gmail.com" userId="b2a17e7790becd36" providerId="LiveId" clId="{16B881F4-3452-41A7-AF09-A63FF824B979}" dt="2025-08-23T18:08:38.750" v="1134" actId="255"/>
      <pc:docMkLst>
        <pc:docMk/>
      </pc:docMkLst>
      <pc:sldChg chg="del">
        <pc:chgData name="divineblessing1807@gmail.com" userId="b2a17e7790becd36" providerId="LiveId" clId="{16B881F4-3452-41A7-AF09-A63FF824B979}" dt="2025-08-23T17:40:19.458" v="759" actId="2696"/>
        <pc:sldMkLst>
          <pc:docMk/>
          <pc:sldMk cId="476123315" sldId="256"/>
        </pc:sldMkLst>
      </pc:sldChg>
      <pc:sldChg chg="addSp modSp mod setBg addAnim">
        <pc:chgData name="divineblessing1807@gmail.com" userId="b2a17e7790becd36" providerId="LiveId" clId="{16B881F4-3452-41A7-AF09-A63FF824B979}" dt="2025-08-23T17:56:37.655" v="1084" actId="14100"/>
        <pc:sldMkLst>
          <pc:docMk/>
          <pc:sldMk cId="1787042973" sldId="258"/>
        </pc:sldMkLst>
        <pc:spChg chg="mod">
          <ac:chgData name="divineblessing1807@gmail.com" userId="b2a17e7790becd36" providerId="LiveId" clId="{16B881F4-3452-41A7-AF09-A63FF824B979}" dt="2025-08-23T17:56:24.552" v="1083" actId="122"/>
          <ac:spMkLst>
            <pc:docMk/>
            <pc:sldMk cId="1787042973" sldId="258"/>
            <ac:spMk id="2" creationId="{432242FC-247E-5059-083B-EE954A359EB9}"/>
          </ac:spMkLst>
        </pc:spChg>
        <pc:spChg chg="mod">
          <ac:chgData name="divineblessing1807@gmail.com" userId="b2a17e7790becd36" providerId="LiveId" clId="{16B881F4-3452-41A7-AF09-A63FF824B979}" dt="2025-08-23T17:56:13.862" v="1082" actId="14100"/>
          <ac:spMkLst>
            <pc:docMk/>
            <pc:sldMk cId="1787042973" sldId="258"/>
            <ac:spMk id="3" creationId="{5B3A048E-0BDD-DBD6-892F-CA78560F5184}"/>
          </ac:spMkLst>
        </pc:spChg>
        <pc:spChg chg="add mod">
          <ac:chgData name="divineblessing1807@gmail.com" userId="b2a17e7790becd36" providerId="LiveId" clId="{16B881F4-3452-41A7-AF09-A63FF824B979}" dt="2025-08-23T17:55:48.223" v="1079" actId="14100"/>
          <ac:spMkLst>
            <pc:docMk/>
            <pc:sldMk cId="1787042973" sldId="258"/>
            <ac:spMk id="9" creationId="{21E0DC6F-DB0E-DBE1-8178-AE81BC6B96EA}"/>
          </ac:spMkLst>
        </pc:spChg>
        <pc:spChg chg="add mod">
          <ac:chgData name="divineblessing1807@gmail.com" userId="b2a17e7790becd36" providerId="LiveId" clId="{16B881F4-3452-41A7-AF09-A63FF824B979}" dt="2025-08-23T17:55:48.223" v="1079" actId="14100"/>
          <ac:spMkLst>
            <pc:docMk/>
            <pc:sldMk cId="1787042973" sldId="258"/>
            <ac:spMk id="11" creationId="{84D07BF5-D29E-918E-55FE-747AF2A0E23F}"/>
          </ac:spMkLst>
        </pc:spChg>
        <pc:picChg chg="add mod">
          <ac:chgData name="divineblessing1807@gmail.com" userId="b2a17e7790becd36" providerId="LiveId" clId="{16B881F4-3452-41A7-AF09-A63FF824B979}" dt="2025-08-23T17:56:37.655" v="1084" actId="14100"/>
          <ac:picMkLst>
            <pc:docMk/>
            <pc:sldMk cId="1787042973" sldId="258"/>
            <ac:picMk id="5" creationId="{8130850A-F112-565D-0736-7414578F211A}"/>
          </ac:picMkLst>
        </pc:picChg>
      </pc:sldChg>
      <pc:sldChg chg="addSp delSp modSp mod">
        <pc:chgData name="divineblessing1807@gmail.com" userId="b2a17e7790becd36" providerId="LiveId" clId="{16B881F4-3452-41A7-AF09-A63FF824B979}" dt="2025-08-23T17:03:10.343" v="658"/>
        <pc:sldMkLst>
          <pc:docMk/>
          <pc:sldMk cId="2348670965" sldId="260"/>
        </pc:sldMkLst>
        <pc:spChg chg="del">
          <ac:chgData name="divineblessing1807@gmail.com" userId="b2a17e7790becd36" providerId="LiveId" clId="{16B881F4-3452-41A7-AF09-A63FF824B979}" dt="2025-08-23T17:00:13.666" v="648" actId="12084"/>
          <ac:spMkLst>
            <pc:docMk/>
            <pc:sldMk cId="2348670965" sldId="260"/>
            <ac:spMk id="2" creationId="{D491115A-C10D-F545-C90B-518FE951C7A0}"/>
          </ac:spMkLst>
        </pc:spChg>
        <pc:graphicFrameChg chg="mod">
          <ac:chgData name="divineblessing1807@gmail.com" userId="b2a17e7790becd36" providerId="LiveId" clId="{16B881F4-3452-41A7-AF09-A63FF824B979}" dt="2025-08-23T15:09:30.651" v="289" actId="14100"/>
          <ac:graphicFrameMkLst>
            <pc:docMk/>
            <pc:sldMk cId="2348670965" sldId="260"/>
            <ac:graphicFrameMk id="5" creationId="{B6E16CAA-D202-0E14-0524-010E126AB885}"/>
          </ac:graphicFrameMkLst>
        </pc:graphicFrameChg>
        <pc:graphicFrameChg chg="add mod">
          <ac:chgData name="divineblessing1807@gmail.com" userId="b2a17e7790becd36" providerId="LiveId" clId="{16B881F4-3452-41A7-AF09-A63FF824B979}" dt="2025-08-23T17:03:10.343" v="658"/>
          <ac:graphicFrameMkLst>
            <pc:docMk/>
            <pc:sldMk cId="2348670965" sldId="260"/>
            <ac:graphicFrameMk id="6" creationId="{97A9AA26-02DE-8B56-C7E7-662AD7992110}"/>
          </ac:graphicFrameMkLst>
        </pc:graphicFrameChg>
      </pc:sldChg>
      <pc:sldChg chg="addSp delSp modSp new mod">
        <pc:chgData name="divineblessing1807@gmail.com" userId="b2a17e7790becd36" providerId="LiveId" clId="{16B881F4-3452-41A7-AF09-A63FF824B979}" dt="2025-08-23T17:28:26.810" v="714" actId="14100"/>
        <pc:sldMkLst>
          <pc:docMk/>
          <pc:sldMk cId="1884646088" sldId="261"/>
        </pc:sldMkLst>
        <pc:spChg chg="mod">
          <ac:chgData name="divineblessing1807@gmail.com" userId="b2a17e7790becd36" providerId="LiveId" clId="{16B881F4-3452-41A7-AF09-A63FF824B979}" dt="2025-08-23T14:30:21.294" v="20" actId="14100"/>
          <ac:spMkLst>
            <pc:docMk/>
            <pc:sldMk cId="1884646088" sldId="261"/>
            <ac:spMk id="2" creationId="{495EBE73-88B9-7868-D5C4-EC25D2F76771}"/>
          </ac:spMkLst>
        </pc:spChg>
        <pc:spChg chg="del">
          <ac:chgData name="divineblessing1807@gmail.com" userId="b2a17e7790becd36" providerId="LiveId" clId="{16B881F4-3452-41A7-AF09-A63FF824B979}" dt="2025-08-23T14:27:37.828" v="6"/>
          <ac:spMkLst>
            <pc:docMk/>
            <pc:sldMk cId="1884646088" sldId="261"/>
            <ac:spMk id="3" creationId="{AE50FC94-EC1B-2BFB-C870-F41FBA890677}"/>
          </ac:spMkLst>
        </pc:spChg>
        <pc:spChg chg="add del mod">
          <ac:chgData name="divineblessing1807@gmail.com" userId="b2a17e7790becd36" providerId="LiveId" clId="{16B881F4-3452-41A7-AF09-A63FF824B979}" dt="2025-08-23T17:25:19.899" v="710" actId="22"/>
          <ac:spMkLst>
            <pc:docMk/>
            <pc:sldMk cId="1884646088" sldId="261"/>
            <ac:spMk id="6" creationId="{0B592EA6-FEA0-914A-919C-5FAE5E8F34F9}"/>
          </ac:spMkLst>
        </pc:spChg>
        <pc:spChg chg="add del mod">
          <ac:chgData name="divineblessing1807@gmail.com" userId="b2a17e7790becd36" providerId="LiveId" clId="{16B881F4-3452-41A7-AF09-A63FF824B979}" dt="2025-08-23T17:26:15.779" v="712" actId="22"/>
          <ac:spMkLst>
            <pc:docMk/>
            <pc:sldMk cId="1884646088" sldId="261"/>
            <ac:spMk id="10" creationId="{12B5A44D-5BCC-3713-E4D3-307A52B52F5B}"/>
          </ac:spMkLst>
        </pc:spChg>
        <pc:picChg chg="add del mod">
          <ac:chgData name="divineblessing1807@gmail.com" userId="b2a17e7790becd36" providerId="LiveId" clId="{16B881F4-3452-41A7-AF09-A63FF824B979}" dt="2025-08-23T17:25:06.511" v="709" actId="21"/>
          <ac:picMkLst>
            <pc:docMk/>
            <pc:sldMk cId="1884646088" sldId="261"/>
            <ac:picMk id="4" creationId="{8CF2124B-A32B-DFAD-4344-A1CFA084AC88}"/>
          </ac:picMkLst>
        </pc:picChg>
        <pc:picChg chg="add del mod ord">
          <ac:chgData name="divineblessing1807@gmail.com" userId="b2a17e7790becd36" providerId="LiveId" clId="{16B881F4-3452-41A7-AF09-A63FF824B979}" dt="2025-08-23T17:25:33.987" v="711" actId="21"/>
          <ac:picMkLst>
            <pc:docMk/>
            <pc:sldMk cId="1884646088" sldId="261"/>
            <ac:picMk id="8" creationId="{4E0B9BC4-F71B-EADB-80DC-D67AF2F27426}"/>
          </ac:picMkLst>
        </pc:picChg>
        <pc:picChg chg="add mod ord">
          <ac:chgData name="divineblessing1807@gmail.com" userId="b2a17e7790becd36" providerId="LiveId" clId="{16B881F4-3452-41A7-AF09-A63FF824B979}" dt="2025-08-23T17:28:26.810" v="714" actId="14100"/>
          <ac:picMkLst>
            <pc:docMk/>
            <pc:sldMk cId="1884646088" sldId="261"/>
            <ac:picMk id="12" creationId="{AA6B1E29-BFEA-608D-6845-C2DAD4E6E138}"/>
          </ac:picMkLst>
        </pc:picChg>
      </pc:sldChg>
      <pc:sldChg chg="addSp delSp modSp new del mod">
        <pc:chgData name="divineblessing1807@gmail.com" userId="b2a17e7790becd36" providerId="LiveId" clId="{16B881F4-3452-41A7-AF09-A63FF824B979}" dt="2025-08-23T14:27:10.844" v="4" actId="2696"/>
        <pc:sldMkLst>
          <pc:docMk/>
          <pc:sldMk cId="2179445702" sldId="261"/>
        </pc:sldMkLst>
        <pc:spChg chg="del">
          <ac:chgData name="divineblessing1807@gmail.com" userId="b2a17e7790becd36" providerId="LiveId" clId="{16B881F4-3452-41A7-AF09-A63FF824B979}" dt="2025-08-23T14:25:33.148" v="2" actId="1957"/>
          <ac:spMkLst>
            <pc:docMk/>
            <pc:sldMk cId="2179445702" sldId="261"/>
            <ac:spMk id="3" creationId="{B8FD3C58-A85F-B82E-0E14-1DE1CA2ACBB1}"/>
          </ac:spMkLst>
        </pc:spChg>
        <pc:graphicFrameChg chg="add mod">
          <ac:chgData name="divineblessing1807@gmail.com" userId="b2a17e7790becd36" providerId="LiveId" clId="{16B881F4-3452-41A7-AF09-A63FF824B979}" dt="2025-08-23T14:26:43.147" v="3"/>
          <ac:graphicFrameMkLst>
            <pc:docMk/>
            <pc:sldMk cId="2179445702" sldId="261"/>
            <ac:graphicFrameMk id="6" creationId="{22FB5BB6-0141-13C8-1AEF-18F50513A606}"/>
          </ac:graphicFrameMkLst>
        </pc:graphicFrameChg>
      </pc:sldChg>
      <pc:sldChg chg="addSp delSp modSp new mod">
        <pc:chgData name="divineblessing1807@gmail.com" userId="b2a17e7790becd36" providerId="LiveId" clId="{16B881F4-3452-41A7-AF09-A63FF824B979}" dt="2025-08-23T14:55:16.699" v="193" actId="20577"/>
        <pc:sldMkLst>
          <pc:docMk/>
          <pc:sldMk cId="1149835675" sldId="262"/>
        </pc:sldMkLst>
        <pc:spChg chg="add del mod">
          <ac:chgData name="divineblessing1807@gmail.com" userId="b2a17e7790becd36" providerId="LiveId" clId="{16B881F4-3452-41A7-AF09-A63FF824B979}" dt="2025-08-23T14:34:15.893" v="36" actId="12084"/>
          <ac:spMkLst>
            <pc:docMk/>
            <pc:sldMk cId="1149835675" sldId="262"/>
            <ac:spMk id="3" creationId="{E19DEC81-68C2-A954-AE4A-EFDBF4CE25DB}"/>
          </ac:spMkLst>
        </pc:spChg>
        <pc:spChg chg="add mod">
          <ac:chgData name="divineblessing1807@gmail.com" userId="b2a17e7790becd36" providerId="LiveId" clId="{16B881F4-3452-41A7-AF09-A63FF824B979}" dt="2025-08-23T14:55:16.699" v="193" actId="20577"/>
          <ac:spMkLst>
            <pc:docMk/>
            <pc:sldMk cId="1149835675" sldId="262"/>
            <ac:spMk id="5" creationId="{F93E15B1-EA63-052F-0A64-09A431382A12}"/>
          </ac:spMkLst>
        </pc:spChg>
        <pc:graphicFrameChg chg="add mod">
          <ac:chgData name="divineblessing1807@gmail.com" userId="b2a17e7790becd36" providerId="LiveId" clId="{16B881F4-3452-41A7-AF09-A63FF824B979}" dt="2025-08-23T14:54:19.857" v="171" actId="20577"/>
          <ac:graphicFrameMkLst>
            <pc:docMk/>
            <pc:sldMk cId="1149835675" sldId="262"/>
            <ac:graphicFrameMk id="4" creationId="{57115C31-C27E-EFDC-0C3B-69AAA39929A8}"/>
          </ac:graphicFrameMkLst>
        </pc:graphicFrameChg>
      </pc:sldChg>
      <pc:sldChg chg="addSp delSp modSp new mod">
        <pc:chgData name="divineblessing1807@gmail.com" userId="b2a17e7790becd36" providerId="LiveId" clId="{16B881F4-3452-41A7-AF09-A63FF824B979}" dt="2025-08-23T17:40:59.406" v="768"/>
        <pc:sldMkLst>
          <pc:docMk/>
          <pc:sldMk cId="996724010" sldId="263"/>
        </pc:sldMkLst>
        <pc:spChg chg="add del mod">
          <ac:chgData name="divineblessing1807@gmail.com" userId="b2a17e7790becd36" providerId="LiveId" clId="{16B881F4-3452-41A7-AF09-A63FF824B979}" dt="2025-08-23T15:01:02.367" v="253" actId="12084"/>
          <ac:spMkLst>
            <pc:docMk/>
            <pc:sldMk cId="996724010" sldId="263"/>
            <ac:spMk id="2" creationId="{26FCE4D3-16A0-4D6F-3852-06F76B4EBEB8}"/>
          </ac:spMkLst>
        </pc:spChg>
        <pc:spChg chg="add del mod">
          <ac:chgData name="divineblessing1807@gmail.com" userId="b2a17e7790becd36" providerId="LiveId" clId="{16B881F4-3452-41A7-AF09-A63FF824B979}" dt="2025-08-23T15:07:03.401" v="279" actId="12084"/>
          <ac:spMkLst>
            <pc:docMk/>
            <pc:sldMk cId="996724010" sldId="263"/>
            <ac:spMk id="3" creationId="{1B62B4A2-B772-16D2-5DC7-45355CCAECC5}"/>
          </ac:spMkLst>
        </pc:spChg>
        <pc:spChg chg="add del mod">
          <ac:chgData name="divineblessing1807@gmail.com" userId="b2a17e7790becd36" providerId="LiveId" clId="{16B881F4-3452-41A7-AF09-A63FF824B979}" dt="2025-08-23T15:03:03.312" v="259"/>
          <ac:spMkLst>
            <pc:docMk/>
            <pc:sldMk cId="996724010" sldId="263"/>
            <ac:spMk id="5" creationId="{7ADB58D1-B558-816C-A5A0-B1F3988C4F7B}"/>
          </ac:spMkLst>
        </pc:spChg>
        <pc:graphicFrameChg chg="add mod">
          <ac:chgData name="divineblessing1807@gmail.com" userId="b2a17e7790becd36" providerId="LiveId" clId="{16B881F4-3452-41A7-AF09-A63FF824B979}" dt="2025-08-23T15:00:31.095" v="252" actId="12084"/>
          <ac:graphicFrameMkLst>
            <pc:docMk/>
            <pc:sldMk cId="996724010" sldId="263"/>
            <ac:graphicFrameMk id="6" creationId="{15CA98D4-F669-D1D8-D81E-AFA9D592AAF5}"/>
          </ac:graphicFrameMkLst>
        </pc:graphicFrameChg>
        <pc:graphicFrameChg chg="add mod">
          <ac:chgData name="divineblessing1807@gmail.com" userId="b2a17e7790becd36" providerId="LiveId" clId="{16B881F4-3452-41A7-AF09-A63FF824B979}" dt="2025-08-23T17:40:59.406" v="768"/>
          <ac:graphicFrameMkLst>
            <pc:docMk/>
            <pc:sldMk cId="996724010" sldId="263"/>
            <ac:graphicFrameMk id="9" creationId="{96599798-10D2-FF3D-5D53-6863AD2DD180}"/>
          </ac:graphicFrameMkLst>
        </pc:graphicFrameChg>
        <pc:picChg chg="add mod">
          <ac:chgData name="divineblessing1807@gmail.com" userId="b2a17e7790becd36" providerId="LiveId" clId="{16B881F4-3452-41A7-AF09-A63FF824B979}" dt="2025-08-23T15:03:01.789" v="257" actId="931"/>
          <ac:picMkLst>
            <pc:docMk/>
            <pc:sldMk cId="996724010" sldId="263"/>
            <ac:picMk id="8" creationId="{9601CE9E-1181-D88B-1EAE-300CF8F0C0A5}"/>
          </ac:picMkLst>
        </pc:picChg>
      </pc:sldChg>
      <pc:sldChg chg="addSp delSp modSp new mod">
        <pc:chgData name="divineblessing1807@gmail.com" userId="b2a17e7790becd36" providerId="LiveId" clId="{16B881F4-3452-41A7-AF09-A63FF824B979}" dt="2025-08-23T17:40:59.406" v="768"/>
        <pc:sldMkLst>
          <pc:docMk/>
          <pc:sldMk cId="33980574" sldId="264"/>
        </pc:sldMkLst>
        <pc:spChg chg="del mod">
          <ac:chgData name="divineblessing1807@gmail.com" userId="b2a17e7790becd36" providerId="LiveId" clId="{16B881F4-3452-41A7-AF09-A63FF824B979}" dt="2025-08-23T15:17:13.175" v="314" actId="12084"/>
          <ac:spMkLst>
            <pc:docMk/>
            <pc:sldMk cId="33980574" sldId="264"/>
            <ac:spMk id="2" creationId="{2221A321-181B-A079-C2BB-9F17F9B0E46C}"/>
          </ac:spMkLst>
        </pc:spChg>
        <pc:spChg chg="del mod">
          <ac:chgData name="divineblessing1807@gmail.com" userId="b2a17e7790becd36" providerId="LiveId" clId="{16B881F4-3452-41A7-AF09-A63FF824B979}" dt="2025-08-23T15:21:27.804" v="319" actId="12084"/>
          <ac:spMkLst>
            <pc:docMk/>
            <pc:sldMk cId="33980574" sldId="264"/>
            <ac:spMk id="3" creationId="{D6A35836-71F8-7D65-19B3-AB4C9CEB2612}"/>
          </ac:spMkLst>
        </pc:spChg>
        <pc:graphicFrameChg chg="add mod">
          <ac:chgData name="divineblessing1807@gmail.com" userId="b2a17e7790becd36" providerId="LiveId" clId="{16B881F4-3452-41A7-AF09-A63FF824B979}" dt="2025-08-23T15:25:13.083" v="327" actId="12269"/>
          <ac:graphicFrameMkLst>
            <pc:docMk/>
            <pc:sldMk cId="33980574" sldId="264"/>
            <ac:graphicFrameMk id="4" creationId="{4AAD3CE4-0F86-DE6B-956C-E2C9190A7280}"/>
          </ac:graphicFrameMkLst>
        </pc:graphicFrameChg>
        <pc:graphicFrameChg chg="add mod">
          <ac:chgData name="divineblessing1807@gmail.com" userId="b2a17e7790becd36" providerId="LiveId" clId="{16B881F4-3452-41A7-AF09-A63FF824B979}" dt="2025-08-23T17:40:59.406" v="768"/>
          <ac:graphicFrameMkLst>
            <pc:docMk/>
            <pc:sldMk cId="33980574" sldId="264"/>
            <ac:graphicFrameMk id="5" creationId="{4C107454-F81A-DFD3-14E6-C1C27D778F96}"/>
          </ac:graphicFrameMkLst>
        </pc:graphicFrameChg>
      </pc:sldChg>
      <pc:sldChg chg="addSp modSp new del mod setBg">
        <pc:chgData name="divineblessing1807@gmail.com" userId="b2a17e7790becd36" providerId="LiveId" clId="{16B881F4-3452-41A7-AF09-A63FF824B979}" dt="2025-08-23T15:57:35.432" v="408" actId="2696"/>
        <pc:sldMkLst>
          <pc:docMk/>
          <pc:sldMk cId="4238364998" sldId="265"/>
        </pc:sldMkLst>
        <pc:spChg chg="mod">
          <ac:chgData name="divineblessing1807@gmail.com" userId="b2a17e7790becd36" providerId="LiveId" clId="{16B881F4-3452-41A7-AF09-A63FF824B979}" dt="2025-08-23T15:36:17.879" v="366" actId="26606"/>
          <ac:spMkLst>
            <pc:docMk/>
            <pc:sldMk cId="4238364998" sldId="265"/>
            <ac:spMk id="2" creationId="{A93163EA-64D8-07B7-2A40-1005A20B34FB}"/>
          </ac:spMkLst>
        </pc:spChg>
        <pc:spChg chg="mod">
          <ac:chgData name="divineblessing1807@gmail.com" userId="b2a17e7790becd36" providerId="LiveId" clId="{16B881F4-3452-41A7-AF09-A63FF824B979}" dt="2025-08-23T15:36:22.345" v="368" actId="962"/>
          <ac:spMkLst>
            <pc:docMk/>
            <pc:sldMk cId="4238364998" sldId="265"/>
            <ac:spMk id="3" creationId="{6D9FA456-57A2-DA60-701B-5C24A6EACCE6}"/>
          </ac:spMkLst>
        </pc:spChg>
        <pc:spChg chg="add">
          <ac:chgData name="divineblessing1807@gmail.com" userId="b2a17e7790becd36" providerId="LiveId" clId="{16B881F4-3452-41A7-AF09-A63FF824B979}" dt="2025-08-23T15:36:17.879" v="366" actId="26606"/>
          <ac:spMkLst>
            <pc:docMk/>
            <pc:sldMk cId="4238364998" sldId="265"/>
            <ac:spMk id="9" creationId="{5E8D3B17-7638-DFD3-18E4-8A6D611749CF}"/>
          </ac:spMkLst>
        </pc:spChg>
        <pc:picChg chg="add mod">
          <ac:chgData name="divineblessing1807@gmail.com" userId="b2a17e7790becd36" providerId="LiveId" clId="{16B881F4-3452-41A7-AF09-A63FF824B979}" dt="2025-08-23T15:36:22.344" v="367" actId="27614"/>
          <ac:picMkLst>
            <pc:docMk/>
            <pc:sldMk cId="4238364998" sldId="265"/>
            <ac:picMk id="5" creationId="{D9C668AF-F783-48A5-4FFE-6A0AEF12BC5A}"/>
          </ac:picMkLst>
        </pc:picChg>
      </pc:sldChg>
      <pc:sldChg chg="addSp delSp modSp new del mod setBg">
        <pc:chgData name="divineblessing1807@gmail.com" userId="b2a17e7790becd36" providerId="LiveId" clId="{16B881F4-3452-41A7-AF09-A63FF824B979}" dt="2025-08-23T16:14:28.922" v="481" actId="2696"/>
        <pc:sldMkLst>
          <pc:docMk/>
          <pc:sldMk cId="2921455824" sldId="266"/>
        </pc:sldMkLst>
        <pc:spChg chg="mod">
          <ac:chgData name="divineblessing1807@gmail.com" userId="b2a17e7790becd36" providerId="LiveId" clId="{16B881F4-3452-41A7-AF09-A63FF824B979}" dt="2025-08-23T15:34:11.853" v="356" actId="26606"/>
          <ac:spMkLst>
            <pc:docMk/>
            <pc:sldMk cId="2921455824" sldId="266"/>
            <ac:spMk id="2" creationId="{F239E036-3C2C-5F3A-D81E-8813ACBB15C9}"/>
          </ac:spMkLst>
        </pc:spChg>
        <pc:spChg chg="del">
          <ac:chgData name="divineblessing1807@gmail.com" userId="b2a17e7790becd36" providerId="LiveId" clId="{16B881F4-3452-41A7-AF09-A63FF824B979}" dt="2025-08-23T15:32:23.838" v="344"/>
          <ac:spMkLst>
            <pc:docMk/>
            <pc:sldMk cId="2921455824" sldId="266"/>
            <ac:spMk id="3" creationId="{CA2F6987-6554-208C-0DEC-099520119A11}"/>
          </ac:spMkLst>
        </pc:spChg>
        <pc:spChg chg="mod">
          <ac:chgData name="divineblessing1807@gmail.com" userId="b2a17e7790becd36" providerId="LiveId" clId="{16B881F4-3452-41A7-AF09-A63FF824B979}" dt="2025-08-23T15:34:11.853" v="356" actId="26606"/>
          <ac:spMkLst>
            <pc:docMk/>
            <pc:sldMk cId="2921455824" sldId="266"/>
            <ac:spMk id="4" creationId="{C3C9F0BE-1811-70A2-2EC7-45BC5AA6F8A1}"/>
          </ac:spMkLst>
        </pc:spChg>
        <pc:spChg chg="add del mod">
          <ac:chgData name="divineblessing1807@gmail.com" userId="b2a17e7790becd36" providerId="LiveId" clId="{16B881F4-3452-41A7-AF09-A63FF824B979}" dt="2025-08-23T15:34:11.853" v="356" actId="26606"/>
          <ac:spMkLst>
            <pc:docMk/>
            <pc:sldMk cId="2921455824" sldId="266"/>
            <ac:spMk id="8" creationId="{20001D89-34CD-99C7-B179-B68603C8332A}"/>
          </ac:spMkLst>
        </pc:spChg>
        <pc:spChg chg="add">
          <ac:chgData name="divineblessing1807@gmail.com" userId="b2a17e7790becd36" providerId="LiveId" clId="{16B881F4-3452-41A7-AF09-A63FF824B979}" dt="2025-08-23T15:34:11.853" v="356" actId="26606"/>
          <ac:spMkLst>
            <pc:docMk/>
            <pc:sldMk cId="2921455824" sldId="266"/>
            <ac:spMk id="14" creationId="{F6E37E9F-0D7B-3A32-831F-F60BBD6B9BBF}"/>
          </ac:spMkLst>
        </pc:spChg>
        <pc:picChg chg="add del mod">
          <ac:chgData name="divineblessing1807@gmail.com" userId="b2a17e7790becd36" providerId="LiveId" clId="{16B881F4-3452-41A7-AF09-A63FF824B979}" dt="2025-08-23T15:33:37.067" v="351" actId="21"/>
          <ac:picMkLst>
            <pc:docMk/>
            <pc:sldMk cId="2921455824" sldId="266"/>
            <ac:picMk id="5" creationId="{32AD3999-9A57-8BD7-B3D1-0BA8C19DFC35}"/>
          </ac:picMkLst>
        </pc:picChg>
        <pc:picChg chg="add del mod">
          <ac:chgData name="divineblessing1807@gmail.com" userId="b2a17e7790becd36" providerId="LiveId" clId="{16B881F4-3452-41A7-AF09-A63FF824B979}" dt="2025-08-23T15:34:35.959" v="362" actId="21"/>
          <ac:picMkLst>
            <pc:docMk/>
            <pc:sldMk cId="2921455824" sldId="266"/>
            <ac:picMk id="6" creationId="{0047620E-1C19-63A5-40C3-59BE704369FA}"/>
          </ac:picMkLst>
        </pc:picChg>
        <pc:picChg chg="add del mod">
          <ac:chgData name="divineblessing1807@gmail.com" userId="b2a17e7790becd36" providerId="LiveId" clId="{16B881F4-3452-41A7-AF09-A63FF824B979}" dt="2025-08-23T15:34:32.284" v="361" actId="21"/>
          <ac:picMkLst>
            <pc:docMk/>
            <pc:sldMk cId="2921455824" sldId="266"/>
            <ac:picMk id="9" creationId="{32AD3999-9A57-8BD7-B3D1-0BA8C19DFC35}"/>
          </ac:picMkLst>
        </pc:picChg>
      </pc:sldChg>
      <pc:sldChg chg="addSp delSp modSp new mod setBg delDesignElem">
        <pc:chgData name="divineblessing1807@gmail.com" userId="b2a17e7790becd36" providerId="LiveId" clId="{16B881F4-3452-41A7-AF09-A63FF824B979}" dt="2025-08-23T17:40:59.406" v="768"/>
        <pc:sldMkLst>
          <pc:docMk/>
          <pc:sldMk cId="2626017715" sldId="267"/>
        </pc:sldMkLst>
        <pc:spChg chg="del mod">
          <ac:chgData name="divineblessing1807@gmail.com" userId="b2a17e7790becd36" providerId="LiveId" clId="{16B881F4-3452-41A7-AF09-A63FF824B979}" dt="2025-08-23T15:44:21.985" v="381" actId="12084"/>
          <ac:spMkLst>
            <pc:docMk/>
            <pc:sldMk cId="2626017715" sldId="267"/>
            <ac:spMk id="2" creationId="{54D72BD2-F4B6-BE65-E643-2838B4C5DD63}"/>
          </ac:spMkLst>
        </pc:spChg>
        <pc:spChg chg="del">
          <ac:chgData name="divineblessing1807@gmail.com" userId="b2a17e7790becd36" providerId="LiveId" clId="{16B881F4-3452-41A7-AF09-A63FF824B979}" dt="2025-08-23T15:35:35.900" v="364"/>
          <ac:spMkLst>
            <pc:docMk/>
            <pc:sldMk cId="2626017715" sldId="267"/>
            <ac:spMk id="3" creationId="{232CB133-E9B5-82DB-66CD-0289112A2377}"/>
          </ac:spMkLst>
        </pc:spChg>
        <pc:spChg chg="del mod ord">
          <ac:chgData name="divineblessing1807@gmail.com" userId="b2a17e7790becd36" providerId="LiveId" clId="{16B881F4-3452-41A7-AF09-A63FF824B979}" dt="2025-08-23T15:52:29.494" v="399" actId="12084"/>
          <ac:spMkLst>
            <pc:docMk/>
            <pc:sldMk cId="2626017715" sldId="267"/>
            <ac:spMk id="4" creationId="{708CF0AC-8DB5-6622-9236-3B6F43EE6839}"/>
          </ac:spMkLst>
        </pc:spChg>
        <pc:spChg chg="add mod">
          <ac:chgData name="divineblessing1807@gmail.com" userId="b2a17e7790becd36" providerId="LiveId" clId="{16B881F4-3452-41A7-AF09-A63FF824B979}" dt="2025-08-23T15:41:02.002" v="380" actId="1076"/>
          <ac:spMkLst>
            <pc:docMk/>
            <pc:sldMk cId="2626017715" sldId="267"/>
            <ac:spMk id="6" creationId="{4D40019F-4E26-5C33-99C6-A036DEB995DD}"/>
          </ac:spMkLst>
        </pc:spChg>
        <pc:spChg chg="add del">
          <ac:chgData name="divineblessing1807@gmail.com" userId="b2a17e7790becd36" providerId="LiveId" clId="{16B881F4-3452-41A7-AF09-A63FF824B979}" dt="2025-08-23T17:40:59.406" v="768"/>
          <ac:spMkLst>
            <pc:docMk/>
            <pc:sldMk cId="2626017715" sldId="267"/>
            <ac:spMk id="10" creationId="{8207B083-EAC0-A5BB-C369-C9589EC7F2F0}"/>
          </ac:spMkLst>
        </pc:spChg>
        <pc:graphicFrameChg chg="add mod">
          <ac:chgData name="divineblessing1807@gmail.com" userId="b2a17e7790becd36" providerId="LiveId" clId="{16B881F4-3452-41A7-AF09-A63FF824B979}" dt="2025-08-23T15:59:07.298" v="417" actId="255"/>
          <ac:graphicFrameMkLst>
            <pc:docMk/>
            <pc:sldMk cId="2626017715" sldId="267"/>
            <ac:graphicFrameMk id="7" creationId="{9A21A8BA-AF6B-C897-822C-4452E8B43555}"/>
          </ac:graphicFrameMkLst>
        </pc:graphicFrameChg>
        <pc:graphicFrameChg chg="add mod">
          <ac:chgData name="divineblessing1807@gmail.com" userId="b2a17e7790becd36" providerId="LiveId" clId="{16B881F4-3452-41A7-AF09-A63FF824B979}" dt="2025-08-23T15:56:34.767" v="407" actId="255"/>
          <ac:graphicFrameMkLst>
            <pc:docMk/>
            <pc:sldMk cId="2626017715" sldId="267"/>
            <ac:graphicFrameMk id="8" creationId="{A18C32B5-4269-C6A4-DE27-9FC0A33C1FB3}"/>
          </ac:graphicFrameMkLst>
        </pc:graphicFrameChg>
        <pc:picChg chg="add mod">
          <ac:chgData name="divineblessing1807@gmail.com" userId="b2a17e7790becd36" providerId="LiveId" clId="{16B881F4-3452-41A7-AF09-A63FF824B979}" dt="2025-08-23T15:39:37.710" v="374" actId="14100"/>
          <ac:picMkLst>
            <pc:docMk/>
            <pc:sldMk cId="2626017715" sldId="267"/>
            <ac:picMk id="5" creationId="{39088C47-F344-97DB-6F7B-1D84BD92F1B4}"/>
          </ac:picMkLst>
        </pc:picChg>
      </pc:sldChg>
      <pc:sldChg chg="addSp delSp modSp add mod delDesignElem">
        <pc:chgData name="divineblessing1807@gmail.com" userId="b2a17e7790becd36" providerId="LiveId" clId="{16B881F4-3452-41A7-AF09-A63FF824B979}" dt="2025-08-23T17:40:59.406" v="768"/>
        <pc:sldMkLst>
          <pc:docMk/>
          <pc:sldMk cId="3549974282" sldId="268"/>
        </pc:sldMkLst>
        <pc:spChg chg="add del mod">
          <ac:chgData name="divineblessing1807@gmail.com" userId="b2a17e7790becd36" providerId="LiveId" clId="{16B881F4-3452-41A7-AF09-A63FF824B979}" dt="2025-08-23T16:03:11.216" v="446" actId="12084"/>
          <ac:spMkLst>
            <pc:docMk/>
            <pc:sldMk cId="3549974282" sldId="268"/>
            <ac:spMk id="3" creationId="{40967BD3-13CA-64BD-DAD6-C45E63C3F7B9}"/>
          </ac:spMkLst>
        </pc:spChg>
        <pc:spChg chg="del mod">
          <ac:chgData name="divineblessing1807@gmail.com" userId="b2a17e7790becd36" providerId="LiveId" clId="{16B881F4-3452-41A7-AF09-A63FF824B979}" dt="2025-08-23T16:04:21.571" v="449" actId="21"/>
          <ac:spMkLst>
            <pc:docMk/>
            <pc:sldMk cId="3549974282" sldId="268"/>
            <ac:spMk id="6" creationId="{4D40019F-4E26-5C33-99C6-A036DEB995DD}"/>
          </ac:spMkLst>
        </pc:spChg>
        <pc:spChg chg="add del mod">
          <ac:chgData name="divineblessing1807@gmail.com" userId="b2a17e7790becd36" providerId="LiveId" clId="{16B881F4-3452-41A7-AF09-A63FF824B979}" dt="2025-08-23T17:40:59.406" v="768"/>
          <ac:spMkLst>
            <pc:docMk/>
            <pc:sldMk cId="3549974282" sldId="268"/>
            <ac:spMk id="10" creationId="{8207B083-EAC0-A5BB-C369-C9589EC7F2F0}"/>
          </ac:spMkLst>
        </pc:spChg>
        <pc:graphicFrameChg chg="mod">
          <ac:chgData name="divineblessing1807@gmail.com" userId="b2a17e7790becd36" providerId="LiveId" clId="{16B881F4-3452-41A7-AF09-A63FF824B979}" dt="2025-08-23T16:00:35.792" v="437" actId="1076"/>
          <ac:graphicFrameMkLst>
            <pc:docMk/>
            <pc:sldMk cId="3549974282" sldId="268"/>
            <ac:graphicFrameMk id="7" creationId="{9A21A8BA-AF6B-C897-822C-4452E8B43555}"/>
          </ac:graphicFrameMkLst>
        </pc:graphicFrameChg>
        <pc:graphicFrameChg chg="mod">
          <ac:chgData name="divineblessing1807@gmail.com" userId="b2a17e7790becd36" providerId="LiveId" clId="{16B881F4-3452-41A7-AF09-A63FF824B979}" dt="2025-08-23T16:04:46.636" v="454" actId="20577"/>
          <ac:graphicFrameMkLst>
            <pc:docMk/>
            <pc:sldMk cId="3549974282" sldId="268"/>
            <ac:graphicFrameMk id="8" creationId="{A18C32B5-4269-C6A4-DE27-9FC0A33C1FB3}"/>
          </ac:graphicFrameMkLst>
        </pc:graphicFrameChg>
        <pc:graphicFrameChg chg="add mod">
          <ac:chgData name="divineblessing1807@gmail.com" userId="b2a17e7790becd36" providerId="LiveId" clId="{16B881F4-3452-41A7-AF09-A63FF824B979}" dt="2025-08-23T16:13:05.057" v="480" actId="255"/>
          <ac:graphicFrameMkLst>
            <pc:docMk/>
            <pc:sldMk cId="3549974282" sldId="268"/>
            <ac:graphicFrameMk id="9" creationId="{34A483F1-68C1-D6AA-2C21-2A179890095B}"/>
          </ac:graphicFrameMkLst>
        </pc:graphicFrameChg>
        <pc:picChg chg="add mod">
          <ac:chgData name="divineblessing1807@gmail.com" userId="b2a17e7790becd36" providerId="LiveId" clId="{16B881F4-3452-41A7-AF09-A63FF824B979}" dt="2025-08-23T16:01:32.834" v="442" actId="14100"/>
          <ac:picMkLst>
            <pc:docMk/>
            <pc:sldMk cId="3549974282" sldId="268"/>
            <ac:picMk id="4" creationId="{AD8CFA96-7AF4-5654-EB62-AD299B8CE7CF}"/>
          </ac:picMkLst>
        </pc:picChg>
        <pc:picChg chg="del mod">
          <ac:chgData name="divineblessing1807@gmail.com" userId="b2a17e7790becd36" providerId="LiveId" clId="{16B881F4-3452-41A7-AF09-A63FF824B979}" dt="2025-08-23T16:01:05.530" v="438" actId="21"/>
          <ac:picMkLst>
            <pc:docMk/>
            <pc:sldMk cId="3549974282" sldId="268"/>
            <ac:picMk id="5" creationId="{39088C47-F344-97DB-6F7B-1D84BD92F1B4}"/>
          </ac:picMkLst>
        </pc:picChg>
      </pc:sldChg>
      <pc:sldChg chg="addSp delSp modSp add mod delDesignElem">
        <pc:chgData name="divineblessing1807@gmail.com" userId="b2a17e7790becd36" providerId="LiveId" clId="{16B881F4-3452-41A7-AF09-A63FF824B979}" dt="2025-08-23T17:40:59.406" v="768"/>
        <pc:sldMkLst>
          <pc:docMk/>
          <pc:sldMk cId="3281147606" sldId="269"/>
        </pc:sldMkLst>
        <pc:spChg chg="add del">
          <ac:chgData name="divineblessing1807@gmail.com" userId="b2a17e7790becd36" providerId="LiveId" clId="{16B881F4-3452-41A7-AF09-A63FF824B979}" dt="2025-08-23T17:40:59.406" v="768"/>
          <ac:spMkLst>
            <pc:docMk/>
            <pc:sldMk cId="3281147606" sldId="269"/>
            <ac:spMk id="10" creationId="{8207B083-EAC0-A5BB-C369-C9589EC7F2F0}"/>
          </ac:spMkLst>
        </pc:spChg>
        <pc:graphicFrameChg chg="add del mod">
          <ac:chgData name="divineblessing1807@gmail.com" userId="b2a17e7790becd36" providerId="LiveId" clId="{16B881F4-3452-41A7-AF09-A63FF824B979}" dt="2025-08-23T17:32:43.941" v="723" actId="20577"/>
          <ac:graphicFrameMkLst>
            <pc:docMk/>
            <pc:sldMk cId="3281147606" sldId="269"/>
            <ac:graphicFrameMk id="7" creationId="{9A21A8BA-AF6B-C897-822C-4452E8B43555}"/>
          </ac:graphicFrameMkLst>
        </pc:graphicFrameChg>
        <pc:graphicFrameChg chg="mod">
          <ac:chgData name="divineblessing1807@gmail.com" userId="b2a17e7790becd36" providerId="LiveId" clId="{16B881F4-3452-41A7-AF09-A63FF824B979}" dt="2025-08-23T16:36:54.579" v="602" actId="20577"/>
          <ac:graphicFrameMkLst>
            <pc:docMk/>
            <pc:sldMk cId="3281147606" sldId="269"/>
            <ac:graphicFrameMk id="9" creationId="{34A483F1-68C1-D6AA-2C21-2A179890095B}"/>
          </ac:graphicFrameMkLst>
        </pc:graphicFrameChg>
        <pc:picChg chg="add mod">
          <ac:chgData name="divineblessing1807@gmail.com" userId="b2a17e7790becd36" providerId="LiveId" clId="{16B881F4-3452-41A7-AF09-A63FF824B979}" dt="2025-08-23T16:24:06.394" v="532" actId="14100"/>
          <ac:picMkLst>
            <pc:docMk/>
            <pc:sldMk cId="3281147606" sldId="269"/>
            <ac:picMk id="2" creationId="{6D60ECCF-251F-CDAD-7724-38E375F29E39}"/>
          </ac:picMkLst>
        </pc:picChg>
        <pc:picChg chg="del">
          <ac:chgData name="divineblessing1807@gmail.com" userId="b2a17e7790becd36" providerId="LiveId" clId="{16B881F4-3452-41A7-AF09-A63FF824B979}" dt="2025-08-23T16:23:08.655" v="529" actId="21"/>
          <ac:picMkLst>
            <pc:docMk/>
            <pc:sldMk cId="3281147606" sldId="269"/>
            <ac:picMk id="4" creationId="{AD8CFA96-7AF4-5654-EB62-AD299B8CE7CF}"/>
          </ac:picMkLst>
        </pc:picChg>
      </pc:sldChg>
      <pc:sldChg chg="addSp delSp modSp add mod delDesignElem">
        <pc:chgData name="divineblessing1807@gmail.com" userId="b2a17e7790becd36" providerId="LiveId" clId="{16B881F4-3452-41A7-AF09-A63FF824B979}" dt="2025-08-23T17:40:59.406" v="768"/>
        <pc:sldMkLst>
          <pc:docMk/>
          <pc:sldMk cId="497838429" sldId="270"/>
        </pc:sldMkLst>
        <pc:spChg chg="add del">
          <ac:chgData name="divineblessing1807@gmail.com" userId="b2a17e7790becd36" providerId="LiveId" clId="{16B881F4-3452-41A7-AF09-A63FF824B979}" dt="2025-08-23T17:40:59.406" v="768"/>
          <ac:spMkLst>
            <pc:docMk/>
            <pc:sldMk cId="497838429" sldId="270"/>
            <ac:spMk id="10" creationId="{8207B083-EAC0-A5BB-C369-C9589EC7F2F0}"/>
          </ac:spMkLst>
        </pc:spChg>
        <pc:graphicFrameChg chg="mod">
          <ac:chgData name="divineblessing1807@gmail.com" userId="b2a17e7790becd36" providerId="LiveId" clId="{16B881F4-3452-41A7-AF09-A63FF824B979}" dt="2025-08-23T17:32:53.712" v="725" actId="20577"/>
          <ac:graphicFrameMkLst>
            <pc:docMk/>
            <pc:sldMk cId="497838429" sldId="270"/>
            <ac:graphicFrameMk id="7" creationId="{9A21A8BA-AF6B-C897-822C-4452E8B43555}"/>
          </ac:graphicFrameMkLst>
        </pc:graphicFrameChg>
        <pc:graphicFrameChg chg="mod">
          <ac:chgData name="divineblessing1807@gmail.com" userId="b2a17e7790becd36" providerId="LiveId" clId="{16B881F4-3452-41A7-AF09-A63FF824B979}" dt="2025-08-23T16:49:52.039" v="626" actId="13782"/>
          <ac:graphicFrameMkLst>
            <pc:docMk/>
            <pc:sldMk cId="497838429" sldId="270"/>
            <ac:graphicFrameMk id="9" creationId="{34A483F1-68C1-D6AA-2C21-2A179890095B}"/>
          </ac:graphicFrameMkLst>
        </pc:graphicFrameChg>
        <pc:picChg chg="del">
          <ac:chgData name="divineblessing1807@gmail.com" userId="b2a17e7790becd36" providerId="LiveId" clId="{16B881F4-3452-41A7-AF09-A63FF824B979}" dt="2025-08-23T16:42:54" v="605" actId="21"/>
          <ac:picMkLst>
            <pc:docMk/>
            <pc:sldMk cId="497838429" sldId="270"/>
            <ac:picMk id="2" creationId="{6D60ECCF-251F-CDAD-7724-38E375F29E39}"/>
          </ac:picMkLst>
        </pc:picChg>
        <pc:picChg chg="add mod">
          <ac:chgData name="divineblessing1807@gmail.com" userId="b2a17e7790becd36" providerId="LiveId" clId="{16B881F4-3452-41A7-AF09-A63FF824B979}" dt="2025-08-23T16:49:24.578" v="625" actId="14100"/>
          <ac:picMkLst>
            <pc:docMk/>
            <pc:sldMk cId="497838429" sldId="270"/>
            <ac:picMk id="3" creationId="{FCD2A410-9B96-D8CF-8737-D603CA004C08}"/>
          </ac:picMkLst>
        </pc:picChg>
      </pc:sldChg>
      <pc:sldChg chg="addSp delSp modSp add mod delDesignElem">
        <pc:chgData name="divineblessing1807@gmail.com" userId="b2a17e7790becd36" providerId="LiveId" clId="{16B881F4-3452-41A7-AF09-A63FF824B979}" dt="2025-08-23T17:40:59.406" v="768"/>
        <pc:sldMkLst>
          <pc:docMk/>
          <pc:sldMk cId="622511349" sldId="271"/>
        </pc:sldMkLst>
        <pc:spChg chg="add del">
          <ac:chgData name="divineblessing1807@gmail.com" userId="b2a17e7790becd36" providerId="LiveId" clId="{16B881F4-3452-41A7-AF09-A63FF824B979}" dt="2025-08-23T17:40:59.406" v="768"/>
          <ac:spMkLst>
            <pc:docMk/>
            <pc:sldMk cId="622511349" sldId="271"/>
            <ac:spMk id="10" creationId="{8207B083-EAC0-A5BB-C369-C9589EC7F2F0}"/>
          </ac:spMkLst>
        </pc:spChg>
        <pc:graphicFrameChg chg="mod">
          <ac:chgData name="divineblessing1807@gmail.com" userId="b2a17e7790becd36" providerId="LiveId" clId="{16B881F4-3452-41A7-AF09-A63FF824B979}" dt="2025-08-23T16:56:53.923" v="645" actId="12100"/>
          <ac:graphicFrameMkLst>
            <pc:docMk/>
            <pc:sldMk cId="622511349" sldId="271"/>
            <ac:graphicFrameMk id="7" creationId="{9A21A8BA-AF6B-C897-822C-4452E8B43555}"/>
          </ac:graphicFrameMkLst>
        </pc:graphicFrameChg>
        <pc:graphicFrameChg chg="mod">
          <ac:chgData name="divineblessing1807@gmail.com" userId="b2a17e7790becd36" providerId="LiveId" clId="{16B881F4-3452-41A7-AF09-A63FF824B979}" dt="2025-08-23T16:57:30.949" v="647" actId="12269"/>
          <ac:graphicFrameMkLst>
            <pc:docMk/>
            <pc:sldMk cId="622511349" sldId="271"/>
            <ac:graphicFrameMk id="9" creationId="{34A483F1-68C1-D6AA-2C21-2A179890095B}"/>
          </ac:graphicFrameMkLst>
        </pc:graphicFrameChg>
        <pc:picChg chg="add mod">
          <ac:chgData name="divineblessing1807@gmail.com" userId="b2a17e7790becd36" providerId="LiveId" clId="{16B881F4-3452-41A7-AF09-A63FF824B979}" dt="2025-08-23T16:54:06.103" v="638" actId="1076"/>
          <ac:picMkLst>
            <pc:docMk/>
            <pc:sldMk cId="622511349" sldId="271"/>
            <ac:picMk id="2" creationId="{2F45C5F0-9B7F-CC95-48BD-65881307656A}"/>
          </ac:picMkLst>
        </pc:picChg>
        <pc:picChg chg="del">
          <ac:chgData name="divineblessing1807@gmail.com" userId="b2a17e7790becd36" providerId="LiveId" clId="{16B881F4-3452-41A7-AF09-A63FF824B979}" dt="2025-08-23T16:53:21.072" v="633" actId="21"/>
          <ac:picMkLst>
            <pc:docMk/>
            <pc:sldMk cId="622511349" sldId="271"/>
            <ac:picMk id="3" creationId="{FCD2A410-9B96-D8CF-8737-D603CA004C08}"/>
          </ac:picMkLst>
        </pc:picChg>
      </pc:sldChg>
      <pc:sldChg chg="addSp delSp modSp new mod setBg delDesignElem">
        <pc:chgData name="divineblessing1807@gmail.com" userId="b2a17e7790becd36" providerId="LiveId" clId="{16B881F4-3452-41A7-AF09-A63FF824B979}" dt="2025-08-23T17:40:59.406" v="768"/>
        <pc:sldMkLst>
          <pc:docMk/>
          <pc:sldMk cId="552970786" sldId="272"/>
        </pc:sldMkLst>
        <pc:spChg chg="add del mod">
          <ac:chgData name="divineblessing1807@gmail.com" userId="b2a17e7790becd36" providerId="LiveId" clId="{16B881F4-3452-41A7-AF09-A63FF824B979}" dt="2025-08-23T17:07:09.229" v="678" actId="12084"/>
          <ac:spMkLst>
            <pc:docMk/>
            <pc:sldMk cId="552970786" sldId="272"/>
            <ac:spMk id="3" creationId="{0469C173-8EFF-7DA3-9671-9C3BAA7E9541}"/>
          </ac:spMkLst>
        </pc:spChg>
        <pc:spChg chg="add del">
          <ac:chgData name="divineblessing1807@gmail.com" userId="b2a17e7790becd36" providerId="LiveId" clId="{16B881F4-3452-41A7-AF09-A63FF824B979}" dt="2025-08-23T17:18:16.408" v="699" actId="26606"/>
          <ac:spMkLst>
            <pc:docMk/>
            <pc:sldMk cId="552970786" sldId="272"/>
            <ac:spMk id="16" creationId="{A5A14613-C96C-F5FD-0593-24D7C0DA4997}"/>
          </ac:spMkLst>
        </pc:spChg>
        <pc:spChg chg="add del">
          <ac:chgData name="divineblessing1807@gmail.com" userId="b2a17e7790becd36" providerId="LiveId" clId="{16B881F4-3452-41A7-AF09-A63FF824B979}" dt="2025-08-23T17:18:24.516" v="701" actId="26606"/>
          <ac:spMkLst>
            <pc:docMk/>
            <pc:sldMk cId="552970786" sldId="272"/>
            <ac:spMk id="18" creationId="{7C5FCA38-32CD-5920-CA77-9AFC140E73E7}"/>
          </ac:spMkLst>
        </pc:spChg>
        <pc:spChg chg="add del">
          <ac:chgData name="divineblessing1807@gmail.com" userId="b2a17e7790becd36" providerId="LiveId" clId="{16B881F4-3452-41A7-AF09-A63FF824B979}" dt="2025-08-23T17:18:33.624" v="703" actId="26606"/>
          <ac:spMkLst>
            <pc:docMk/>
            <pc:sldMk cId="552970786" sldId="272"/>
            <ac:spMk id="20" creationId="{EC54A0C3-5130-F256-D151-030A909A4B88}"/>
          </ac:spMkLst>
        </pc:spChg>
        <pc:spChg chg="add del">
          <ac:chgData name="divineblessing1807@gmail.com" userId="b2a17e7790becd36" providerId="LiveId" clId="{16B881F4-3452-41A7-AF09-A63FF824B979}" dt="2025-08-23T17:40:59.406" v="768"/>
          <ac:spMkLst>
            <pc:docMk/>
            <pc:sldMk cId="552970786" sldId="272"/>
            <ac:spMk id="22" creationId="{7C5FCA38-32CD-5920-CA77-9AFC140E73E7}"/>
          </ac:spMkLst>
        </pc:spChg>
        <pc:graphicFrameChg chg="add del modGraphic">
          <ac:chgData name="divineblessing1807@gmail.com" userId="b2a17e7790becd36" providerId="LiveId" clId="{16B881F4-3452-41A7-AF09-A63FF824B979}" dt="2025-08-23T17:06:49.466" v="677" actId="1032"/>
          <ac:graphicFrameMkLst>
            <pc:docMk/>
            <pc:sldMk cId="552970786" sldId="272"/>
            <ac:graphicFrameMk id="4" creationId="{C65BA54D-9444-5FFA-EADF-ED60215C90DE}"/>
          </ac:graphicFrameMkLst>
        </pc:graphicFrameChg>
        <pc:graphicFrameChg chg="add mod ord modGraphic">
          <ac:chgData name="divineblessing1807@gmail.com" userId="b2a17e7790becd36" providerId="LiveId" clId="{16B881F4-3452-41A7-AF09-A63FF824B979}" dt="2025-08-23T17:22:16.205" v="707"/>
          <ac:graphicFrameMkLst>
            <pc:docMk/>
            <pc:sldMk cId="552970786" sldId="272"/>
            <ac:graphicFrameMk id="5" creationId="{104CD25D-1336-96F4-B701-AC4457881A32}"/>
          </ac:graphicFrameMkLst>
        </pc:graphicFrameChg>
        <pc:picChg chg="add mod">
          <ac:chgData name="divineblessing1807@gmail.com" userId="b2a17e7790becd36" providerId="LiveId" clId="{16B881F4-3452-41A7-AF09-A63FF824B979}" dt="2025-08-23T17:09:50.749" v="688" actId="931"/>
          <ac:picMkLst>
            <pc:docMk/>
            <pc:sldMk cId="552970786" sldId="272"/>
            <ac:picMk id="7" creationId="{F1B3A2C8-B9C5-821C-402E-18208F01DC15}"/>
          </ac:picMkLst>
        </pc:picChg>
        <pc:picChg chg="add mod ord">
          <ac:chgData name="divineblessing1807@gmail.com" userId="b2a17e7790becd36" providerId="LiveId" clId="{16B881F4-3452-41A7-AF09-A63FF824B979}" dt="2025-08-23T17:19:29.021" v="706" actId="14100"/>
          <ac:picMkLst>
            <pc:docMk/>
            <pc:sldMk cId="552970786" sldId="272"/>
            <ac:picMk id="9" creationId="{22C63A63-6F55-0DA1-1B26-FF48F921EF68}"/>
          </ac:picMkLst>
        </pc:picChg>
        <pc:picChg chg="add mod">
          <ac:chgData name="divineblessing1807@gmail.com" userId="b2a17e7790becd36" providerId="LiveId" clId="{16B881F4-3452-41A7-AF09-A63FF824B979}" dt="2025-08-23T17:18:33.634" v="704" actId="26606"/>
          <ac:picMkLst>
            <pc:docMk/>
            <pc:sldMk cId="552970786" sldId="272"/>
            <ac:picMk id="11" creationId="{2D6957B6-AACD-AFE1-74A1-5F334D76C4F6}"/>
          </ac:picMkLst>
        </pc:picChg>
      </pc:sldChg>
      <pc:sldChg chg="new del">
        <pc:chgData name="divineblessing1807@gmail.com" userId="b2a17e7790becd36" providerId="LiveId" clId="{16B881F4-3452-41A7-AF09-A63FF824B979}" dt="2025-08-23T17:41:52.370" v="770" actId="2696"/>
        <pc:sldMkLst>
          <pc:docMk/>
          <pc:sldMk cId="4245814970" sldId="273"/>
        </pc:sldMkLst>
      </pc:sldChg>
      <pc:sldChg chg="addSp delSp modSp new del mod">
        <pc:chgData name="divineblessing1807@gmail.com" userId="b2a17e7790becd36" providerId="LiveId" clId="{16B881F4-3452-41A7-AF09-A63FF824B979}" dt="2025-08-23T17:32:03.636" v="721" actId="2696"/>
        <pc:sldMkLst>
          <pc:docMk/>
          <pc:sldMk cId="1868706115" sldId="274"/>
        </pc:sldMkLst>
        <pc:spChg chg="mod">
          <ac:chgData name="divineblessing1807@gmail.com" userId="b2a17e7790becd36" providerId="LiveId" clId="{16B881F4-3452-41A7-AF09-A63FF824B979}" dt="2025-08-23T17:29:38.777" v="719" actId="20577"/>
          <ac:spMkLst>
            <pc:docMk/>
            <pc:sldMk cId="1868706115" sldId="274"/>
            <ac:spMk id="2" creationId="{8D956A6D-0AB8-C7BA-A769-23F20D37CE31}"/>
          </ac:spMkLst>
        </pc:spChg>
        <pc:spChg chg="del">
          <ac:chgData name="divineblessing1807@gmail.com" userId="b2a17e7790becd36" providerId="LiveId" clId="{16B881F4-3452-41A7-AF09-A63FF824B979}" dt="2025-08-23T17:29:28.285" v="716" actId="22"/>
          <ac:spMkLst>
            <pc:docMk/>
            <pc:sldMk cId="1868706115" sldId="274"/>
            <ac:spMk id="3" creationId="{5937FD90-5113-4C73-3603-EE1B71C74B4C}"/>
          </ac:spMkLst>
        </pc:spChg>
        <pc:spChg chg="add mod">
          <ac:chgData name="divineblessing1807@gmail.com" userId="b2a17e7790becd36" providerId="LiveId" clId="{16B881F4-3452-41A7-AF09-A63FF824B979}" dt="2025-08-23T17:30:44.246" v="720" actId="21"/>
          <ac:spMkLst>
            <pc:docMk/>
            <pc:sldMk cId="1868706115" sldId="274"/>
            <ac:spMk id="7" creationId="{A79A2806-9D29-137B-2488-041BBE947452}"/>
          </ac:spMkLst>
        </pc:spChg>
        <pc:picChg chg="add del mod ord">
          <ac:chgData name="divineblessing1807@gmail.com" userId="b2a17e7790becd36" providerId="LiveId" clId="{16B881F4-3452-41A7-AF09-A63FF824B979}" dt="2025-08-23T17:30:44.246" v="720" actId="21"/>
          <ac:picMkLst>
            <pc:docMk/>
            <pc:sldMk cId="1868706115" sldId="274"/>
            <ac:picMk id="5" creationId="{F681048E-87F5-19F0-E6CB-D72C50CBB972}"/>
          </ac:picMkLst>
        </pc:picChg>
      </pc:sldChg>
      <pc:sldChg chg="modSp new del mod">
        <pc:chgData name="divineblessing1807@gmail.com" userId="b2a17e7790becd36" providerId="LiveId" clId="{16B881F4-3452-41A7-AF09-A63FF824B979}" dt="2025-08-23T17:41:43.274" v="769" actId="2696"/>
        <pc:sldMkLst>
          <pc:docMk/>
          <pc:sldMk cId="2881066113" sldId="274"/>
        </pc:sldMkLst>
        <pc:spChg chg="mod">
          <ac:chgData name="divineblessing1807@gmail.com" userId="b2a17e7790becd36" providerId="LiveId" clId="{16B881F4-3452-41A7-AF09-A63FF824B979}" dt="2025-08-23T17:40:59.406" v="768"/>
          <ac:spMkLst>
            <pc:docMk/>
            <pc:sldMk cId="2881066113" sldId="274"/>
            <ac:spMk id="2" creationId="{C7A577B2-D97B-F5BF-E0E0-0D3E43EB2118}"/>
          </ac:spMkLst>
        </pc:spChg>
        <pc:spChg chg="mod">
          <ac:chgData name="divineblessing1807@gmail.com" userId="b2a17e7790becd36" providerId="LiveId" clId="{16B881F4-3452-41A7-AF09-A63FF824B979}" dt="2025-08-23T17:40:59.406" v="768"/>
          <ac:spMkLst>
            <pc:docMk/>
            <pc:sldMk cId="2881066113" sldId="274"/>
            <ac:spMk id="3" creationId="{82106799-DE02-5C4B-0AEC-B4620613E50A}"/>
          </ac:spMkLst>
        </pc:spChg>
      </pc:sldChg>
      <pc:sldChg chg="addSp delSp modSp new mod ord setBg addAnim delAnim setClrOvrMap delDesignElem">
        <pc:chgData name="divineblessing1807@gmail.com" userId="b2a17e7790becd36" providerId="LiveId" clId="{16B881F4-3452-41A7-AF09-A63FF824B979}" dt="2025-08-23T17:40:59.406" v="768"/>
        <pc:sldMkLst>
          <pc:docMk/>
          <pc:sldMk cId="847324888" sldId="275"/>
        </pc:sldMkLst>
        <pc:spChg chg="mod ord">
          <ac:chgData name="divineblessing1807@gmail.com" userId="b2a17e7790becd36" providerId="LiveId" clId="{16B881F4-3452-41A7-AF09-A63FF824B979}" dt="2025-08-23T17:39:33.133" v="756" actId="26606"/>
          <ac:spMkLst>
            <pc:docMk/>
            <pc:sldMk cId="847324888" sldId="275"/>
            <ac:spMk id="2" creationId="{9171004B-0E63-FC86-8FD4-936A47FAB954}"/>
          </ac:spMkLst>
        </pc:spChg>
        <pc:spChg chg="add del mod">
          <ac:chgData name="divineblessing1807@gmail.com" userId="b2a17e7790becd36" providerId="LiveId" clId="{16B881F4-3452-41A7-AF09-A63FF824B979}" dt="2025-08-23T17:36:44.258" v="740" actId="21"/>
          <ac:spMkLst>
            <pc:docMk/>
            <pc:sldMk cId="847324888" sldId="275"/>
            <ac:spMk id="4" creationId="{260E4F1D-1BC7-342F-3DEF-1CBBF81711F5}"/>
          </ac:spMkLst>
        </pc:spChg>
        <pc:spChg chg="add del">
          <ac:chgData name="divineblessing1807@gmail.com" userId="b2a17e7790becd36" providerId="LiveId" clId="{16B881F4-3452-41A7-AF09-A63FF824B979}" dt="2025-08-23T17:39:33.130" v="755" actId="26606"/>
          <ac:spMkLst>
            <pc:docMk/>
            <pc:sldMk cId="847324888" sldId="275"/>
            <ac:spMk id="8" creationId="{80B98925-0550-1AFB-C1DC-02792400FB71}"/>
          </ac:spMkLst>
        </pc:spChg>
        <pc:spChg chg="add del">
          <ac:chgData name="divineblessing1807@gmail.com" userId="b2a17e7790becd36" providerId="LiveId" clId="{16B881F4-3452-41A7-AF09-A63FF824B979}" dt="2025-08-23T17:40:59.406" v="768"/>
          <ac:spMkLst>
            <pc:docMk/>
            <pc:sldMk cId="847324888" sldId="275"/>
            <ac:spMk id="10" creationId="{87B4472A-332B-71E5-8009-33841E7C3F0B}"/>
          </ac:spMkLst>
        </pc:spChg>
        <pc:spChg chg="add del">
          <ac:chgData name="divineblessing1807@gmail.com" userId="b2a17e7790becd36" providerId="LiveId" clId="{16B881F4-3452-41A7-AF09-A63FF824B979}" dt="2025-08-23T17:38:22.151" v="748" actId="26606"/>
          <ac:spMkLst>
            <pc:docMk/>
            <pc:sldMk cId="847324888" sldId="275"/>
            <ac:spMk id="11" creationId="{6E448DB1-4196-18A6-15DA-C72635C1B11E}"/>
          </ac:spMkLst>
        </pc:spChg>
        <pc:spChg chg="add del">
          <ac:chgData name="divineblessing1807@gmail.com" userId="b2a17e7790becd36" providerId="LiveId" clId="{16B881F4-3452-41A7-AF09-A63FF824B979}" dt="2025-08-23T17:38:22.151" v="748" actId="26606"/>
          <ac:spMkLst>
            <pc:docMk/>
            <pc:sldMk cId="847324888" sldId="275"/>
            <ac:spMk id="13" creationId="{76A10D8F-D463-70E5-239B-17AD65EF433D}"/>
          </ac:spMkLst>
        </pc:spChg>
        <pc:picChg chg="add mod">
          <ac:chgData name="divineblessing1807@gmail.com" userId="b2a17e7790becd36" providerId="LiveId" clId="{16B881F4-3452-41A7-AF09-A63FF824B979}" dt="2025-08-23T17:39:33.133" v="756" actId="26606"/>
          <ac:picMkLst>
            <pc:docMk/>
            <pc:sldMk cId="847324888" sldId="275"/>
            <ac:picMk id="6" creationId="{9F216D98-0F60-FD01-95EC-1BE98EE78AA0}"/>
          </ac:picMkLst>
        </pc:picChg>
      </pc:sldChg>
      <pc:sldChg chg="addSp delSp modSp new mod">
        <pc:chgData name="divineblessing1807@gmail.com" userId="b2a17e7790becd36" providerId="LiveId" clId="{16B881F4-3452-41A7-AF09-A63FF824B979}" dt="2025-08-23T18:08:38.750" v="1134" actId="255"/>
        <pc:sldMkLst>
          <pc:docMk/>
          <pc:sldMk cId="248892877" sldId="276"/>
        </pc:sldMkLst>
        <pc:spChg chg="del mod">
          <ac:chgData name="divineblessing1807@gmail.com" userId="b2a17e7790becd36" providerId="LiveId" clId="{16B881F4-3452-41A7-AF09-A63FF824B979}" dt="2025-08-23T18:07:44.176" v="1129" actId="12084"/>
          <ac:spMkLst>
            <pc:docMk/>
            <pc:sldMk cId="248892877" sldId="276"/>
            <ac:spMk id="2" creationId="{15A478B1-69ED-F1BE-D070-820BA1442D7B}"/>
          </ac:spMkLst>
        </pc:spChg>
        <pc:spChg chg="add del mod">
          <ac:chgData name="divineblessing1807@gmail.com" userId="b2a17e7790becd36" providerId="LiveId" clId="{16B881F4-3452-41A7-AF09-A63FF824B979}" dt="2025-08-23T18:04:20.093" v="1121" actId="12084"/>
          <ac:spMkLst>
            <pc:docMk/>
            <pc:sldMk cId="248892877" sldId="276"/>
            <ac:spMk id="3" creationId="{9BBA5FC6-B6CE-5732-4930-F1D122363FAB}"/>
          </ac:spMkLst>
        </pc:spChg>
        <pc:graphicFrameChg chg="add mod">
          <ac:chgData name="divineblessing1807@gmail.com" userId="b2a17e7790becd36" providerId="LiveId" clId="{16B881F4-3452-41A7-AF09-A63FF824B979}" dt="2025-08-23T18:03:26.813" v="1115" actId="12084"/>
          <ac:graphicFrameMkLst>
            <pc:docMk/>
            <pc:sldMk cId="248892877" sldId="276"/>
            <ac:graphicFrameMk id="4" creationId="{021AD134-A31E-6E3A-9CBB-53EBED84F107}"/>
          </ac:graphicFrameMkLst>
        </pc:graphicFrameChg>
        <pc:graphicFrameChg chg="add mod">
          <ac:chgData name="divineblessing1807@gmail.com" userId="b2a17e7790becd36" providerId="LiveId" clId="{16B881F4-3452-41A7-AF09-A63FF824B979}" dt="2025-08-23T18:06:59.625" v="1128" actId="2711"/>
          <ac:graphicFrameMkLst>
            <pc:docMk/>
            <pc:sldMk cId="248892877" sldId="276"/>
            <ac:graphicFrameMk id="5" creationId="{5456D5D2-C5C8-ABBE-FA20-E9EED2456A6F}"/>
          </ac:graphicFrameMkLst>
        </pc:graphicFrameChg>
        <pc:graphicFrameChg chg="add mod">
          <ac:chgData name="divineblessing1807@gmail.com" userId="b2a17e7790becd36" providerId="LiveId" clId="{16B881F4-3452-41A7-AF09-A63FF824B979}" dt="2025-08-23T18:08:38.750" v="1134" actId="255"/>
          <ac:graphicFrameMkLst>
            <pc:docMk/>
            <pc:sldMk cId="248892877" sldId="276"/>
            <ac:graphicFrameMk id="6" creationId="{8AA6D750-9D0F-EA50-99E6-575E74951E77}"/>
          </ac:graphicFrameMkLst>
        </pc:graphicFrameChg>
      </pc:sldChg>
      <pc:sldMasterChg chg="addSp">
        <pc:chgData name="divineblessing1807@gmail.com" userId="b2a17e7790becd36" providerId="LiveId" clId="{16B881F4-3452-41A7-AF09-A63FF824B979}" dt="2025-08-23T17:40:27.457" v="767"/>
        <pc:sldMasterMkLst>
          <pc:docMk/>
          <pc:sldMasterMk cId="2991756893" sldId="2147483672"/>
        </pc:sldMasterMkLst>
        <pc:picChg chg="add">
          <ac:chgData name="divineblessing1807@gmail.com" userId="b2a17e7790becd36" providerId="LiveId" clId="{16B881F4-3452-41A7-AF09-A63FF824B979}" dt="2025-08-23T17:40:27.457" v="767"/>
          <ac:picMkLst>
            <pc:docMk/>
            <pc:sldMasterMk cId="2991756893" sldId="2147483672"/>
            <ac:picMk id="11" creationId="{72705F45-DA73-CAF3-610E-F945BC00336D}"/>
          </ac:picMkLst>
        </pc:picChg>
      </pc:sldMasterChg>
    </pc:docChg>
  </pc:docChgLst>
</pc:chgInfo>
</file>

<file path=ppt/diagrams/_rels/data5.xml.rels><?xml version="1.0" encoding="UTF-8" standalone="yes"?>
<Relationships xmlns="http://schemas.openxmlformats.org/package/2006/relationships"><Relationship Id="rId1" Type="http://schemas.openxmlformats.org/officeDocument/2006/relationships/image" Target="../media/image1.png"/></Relationships>
</file>

<file path=ppt/diagrams/_rels/data7.xml.rels><?xml version="1.0" encoding="UTF-8" standalone="yes"?>
<Relationships xmlns="http://schemas.openxmlformats.org/package/2006/relationships"><Relationship Id="rId1" Type="http://schemas.openxmlformats.org/officeDocument/2006/relationships/image" Target="../media/image1.png"/></Relationships>
</file>

<file path=ppt/diagrams/_rels/data10.xml.rels><?xml version="1.0" encoding="UTF-8" standalone="yes"?>
<Relationships xmlns="http://schemas.openxmlformats.org/package/2006/relationships"><Relationship Id="rId1" Type="http://schemas.openxmlformats.org/officeDocument/2006/relationships/image" Target="../media/image1.png"/></Relationships>
</file>

<file path=ppt/diagrams/_rels/data13.xml.rels><?xml version="1.0" encoding="UTF-8" standalone="yes"?>
<Relationships xmlns="http://schemas.openxmlformats.org/package/2006/relationships"><Relationship Id="rId1" Type="http://schemas.openxmlformats.org/officeDocument/2006/relationships/image" Target="../media/image1.png"/></Relationships>
</file>

<file path=ppt/diagrams/_rels/data16.xml.rels><?xml version="1.0" encoding="UTF-8" standalone="yes"?>
<Relationships xmlns="http://schemas.openxmlformats.org/package/2006/relationships"><Relationship Id="rId1" Type="http://schemas.openxmlformats.org/officeDocument/2006/relationships/image" Target="../media/image1.png"/></Relationships>
</file>

<file path=ppt/diagrams/_rels/data21.xml.rels><?xml version="1.0" encoding="UTF-8" standalone="yes"?>
<Relationships xmlns="http://schemas.openxmlformats.org/package/2006/relationships"><Relationship Id="rId1" Type="http://schemas.openxmlformats.org/officeDocument/2006/relationships/image" Target="../media/image2.png"/></Relationships>
</file>

<file path=ppt/diagrams/_rels/data22.xml.rels><?xml version="1.0" encoding="UTF-8" standalone="yes"?>
<Relationships xmlns="http://schemas.openxmlformats.org/package/2006/relationships"><Relationship Id="rId1" Type="http://schemas.openxmlformats.org/officeDocument/2006/relationships/image" Target="../media/image1.png"/></Relationships>
</file>

<file path=ppt/diagrams/_rels/drawing5.xml.rels><?xml version="1.0" encoding="UTF-8" standalone="yes"?>
<Relationships xmlns="http://schemas.openxmlformats.org/package/2006/relationships"><Relationship Id="rId1" Type="http://schemas.openxmlformats.org/officeDocument/2006/relationships/image" Target="../media/image1.png"/></Relationships>
</file>

<file path=ppt/diagrams/_rels/drawing7.xml.rels><?xml version="1.0" encoding="UTF-8" standalone="yes"?>
<Relationships xmlns="http://schemas.openxmlformats.org/package/2006/relationships"><Relationship Id="rId1" Type="http://schemas.openxmlformats.org/officeDocument/2006/relationships/image" Target="../media/image1.png"/></Relationships>
</file>

<file path=ppt/diagrams/_rels/drawing10.xml.rels><?xml version="1.0" encoding="UTF-8" standalone="yes"?>
<Relationships xmlns="http://schemas.openxmlformats.org/package/2006/relationships"><Relationship Id="rId1" Type="http://schemas.openxmlformats.org/officeDocument/2006/relationships/image" Target="../media/image1.png"/></Relationships>
</file>

<file path=ppt/diagrams/_rels/drawing13.xml.rels><?xml version="1.0" encoding="UTF-8" standalone="yes"?>
<Relationships xmlns="http://schemas.openxmlformats.org/package/2006/relationships"><Relationship Id="rId1" Type="http://schemas.openxmlformats.org/officeDocument/2006/relationships/image" Target="../media/image1.png"/></Relationships>
</file>

<file path=ppt/diagrams/_rels/drawing16.xml.rels><?xml version="1.0" encoding="UTF-8" standalone="yes"?>
<Relationships xmlns="http://schemas.openxmlformats.org/package/2006/relationships"><Relationship Id="rId1" Type="http://schemas.openxmlformats.org/officeDocument/2006/relationships/image" Target="../media/image1.png"/></Relationships>
</file>

<file path=ppt/diagrams/_rels/drawing21.xml.rels><?xml version="1.0" encoding="UTF-8" standalone="yes"?>
<Relationships xmlns="http://schemas.openxmlformats.org/package/2006/relationships"><Relationship Id="rId1" Type="http://schemas.openxmlformats.org/officeDocument/2006/relationships/image" Target="../media/image2.png"/></Relationships>
</file>

<file path=ppt/diagrams/_rels/drawing22.xml.rels><?xml version="1.0" encoding="UTF-8" standalone="yes"?>
<Relationships xmlns="http://schemas.openxmlformats.org/package/2006/relationships"><Relationship Id="rId1" Type="http://schemas.openxmlformats.org/officeDocument/2006/relationships/image" Target="../media/image1.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00BE3D-76D1-4910-BF5A-F11A2C355F5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5943BE0-BD74-4893-B9E1-5BE162B6EEBC}">
      <dgm:prSet custT="1"/>
      <dgm:spPr/>
      <dgm:t>
        <a:bodyPr/>
        <a:lstStyle/>
        <a:p>
          <a:r>
            <a:rPr lang="en-US" sz="1400" b="1">
              <a:latin typeface="Arial Black" panose="020B0A04020102020204" pitchFamily="34" charset="0"/>
            </a:rPr>
            <a:t>Audience:</a:t>
          </a:r>
          <a:r>
            <a:rPr lang="en-US" sz="1400">
              <a:latin typeface="Arial Black" panose="020B0A04020102020204" pitchFamily="34" charset="0"/>
            </a:rPr>
            <a:t> Sports analysts, IOC representatives, National Olympic Committees (NOCs)</a:t>
          </a:r>
        </a:p>
      </dgm:t>
    </dgm:pt>
    <dgm:pt modelId="{41CF40A3-10DC-401C-9390-91B65ABC7D72}" type="parTrans" cxnId="{DA722D69-5C77-4B73-A237-6BCC547C1A36}">
      <dgm:prSet/>
      <dgm:spPr/>
      <dgm:t>
        <a:bodyPr/>
        <a:lstStyle/>
        <a:p>
          <a:endParaRPr lang="en-US"/>
        </a:p>
      </dgm:t>
    </dgm:pt>
    <dgm:pt modelId="{86706EAB-E8F7-4233-A6F7-FA75AFE95174}" type="sibTrans" cxnId="{DA722D69-5C77-4B73-A237-6BCC547C1A36}">
      <dgm:prSet/>
      <dgm:spPr/>
      <dgm:t>
        <a:bodyPr/>
        <a:lstStyle/>
        <a:p>
          <a:endParaRPr lang="en-US"/>
        </a:p>
      </dgm:t>
    </dgm:pt>
    <dgm:pt modelId="{64CF88CC-0362-428A-B3F8-19561EE4BD2E}">
      <dgm:prSet custT="1"/>
      <dgm:spPr/>
      <dgm:t>
        <a:bodyPr/>
        <a:lstStyle/>
        <a:p>
          <a:r>
            <a:rPr lang="en-US" sz="1400" b="1">
              <a:latin typeface="Arial Black" panose="020B0A04020102020204" pitchFamily="34" charset="0"/>
            </a:rPr>
            <a:t>Tooling:</a:t>
          </a:r>
          <a:r>
            <a:rPr lang="en-US" sz="1400">
              <a:latin typeface="Arial Black" panose="020B0A04020102020204" pitchFamily="34" charset="0"/>
            </a:rPr>
            <a:t> Power BI (Power Query, DAX), Star-schema model</a:t>
          </a:r>
        </a:p>
      </dgm:t>
    </dgm:pt>
    <dgm:pt modelId="{08B09500-6BFD-4276-A2A4-C563DAC3540C}" type="parTrans" cxnId="{BB469AB5-9B37-42B9-8CAB-09CECDFE6180}">
      <dgm:prSet/>
      <dgm:spPr/>
      <dgm:t>
        <a:bodyPr/>
        <a:lstStyle/>
        <a:p>
          <a:endParaRPr lang="en-US"/>
        </a:p>
      </dgm:t>
    </dgm:pt>
    <dgm:pt modelId="{4F1F869D-040C-4770-86D2-A6CD0D064172}" type="sibTrans" cxnId="{BB469AB5-9B37-42B9-8CAB-09CECDFE6180}">
      <dgm:prSet/>
      <dgm:spPr/>
      <dgm:t>
        <a:bodyPr/>
        <a:lstStyle/>
        <a:p>
          <a:endParaRPr lang="en-US"/>
        </a:p>
      </dgm:t>
    </dgm:pt>
    <dgm:pt modelId="{3B713128-ACDE-4C74-A100-DA6FA83363F0}">
      <dgm:prSet custT="1"/>
      <dgm:spPr/>
      <dgm:t>
        <a:bodyPr/>
        <a:lstStyle/>
        <a:p>
          <a:r>
            <a:rPr lang="en-US" sz="1400" b="1">
              <a:latin typeface="Arial Black" panose="020B0A04020102020204" pitchFamily="34" charset="0"/>
            </a:rPr>
            <a:t>Data Sources:</a:t>
          </a:r>
          <a:r>
            <a:rPr lang="en-US" sz="1400">
              <a:latin typeface="Arial Black" panose="020B0A04020102020204" pitchFamily="34" charset="0"/>
            </a:rPr>
            <a:t> medals_total.csv, athletes.csv, events.csv, coaches.csv, noc.csv (and any related lookup tables)</a:t>
          </a:r>
        </a:p>
      </dgm:t>
    </dgm:pt>
    <dgm:pt modelId="{B0953F6E-0F86-4D01-8A5C-E7328FFA2043}" type="parTrans" cxnId="{0CA1AD1C-AEF1-423A-87AF-79475603F87F}">
      <dgm:prSet/>
      <dgm:spPr/>
      <dgm:t>
        <a:bodyPr/>
        <a:lstStyle/>
        <a:p>
          <a:endParaRPr lang="en-US"/>
        </a:p>
      </dgm:t>
    </dgm:pt>
    <dgm:pt modelId="{A65C86D1-ADC3-4A5B-A48D-00A7C82DF7BD}" type="sibTrans" cxnId="{0CA1AD1C-AEF1-423A-87AF-79475603F87F}">
      <dgm:prSet/>
      <dgm:spPr/>
      <dgm:t>
        <a:bodyPr/>
        <a:lstStyle/>
        <a:p>
          <a:endParaRPr lang="en-US"/>
        </a:p>
      </dgm:t>
    </dgm:pt>
    <dgm:pt modelId="{F70784CB-BA6A-49DB-AB99-65E226B47CEA}">
      <dgm:prSet custT="1"/>
      <dgm:spPr/>
      <dgm:t>
        <a:bodyPr/>
        <a:lstStyle/>
        <a:p>
          <a:pPr>
            <a:lnSpc>
              <a:spcPct val="150000"/>
            </a:lnSpc>
          </a:pPr>
          <a:r>
            <a:rPr lang="en-US" sz="1400" b="1">
              <a:latin typeface="Arial Black" panose="020B0A04020102020204" pitchFamily="34" charset="0"/>
            </a:rPr>
            <a:t>Purpose: </a:t>
          </a:r>
          <a:r>
            <a:rPr lang="en-US" sz="1400">
              <a:latin typeface="Arial Black" panose="020B0A04020102020204" pitchFamily="34" charset="0"/>
            </a:rPr>
            <a:t>This report explains the key visuals and insights from the Power BI dashboard on the 2024 Paris Summer Olympics. It helps stakeholders understand medal distributions, athlete participation, and trends. The data has been modeled in a star schema to support flexible and interactive analysis.</a:t>
          </a:r>
        </a:p>
      </dgm:t>
    </dgm:pt>
    <dgm:pt modelId="{AA9CC309-DDE1-4382-8844-5F515877D4C0}" type="parTrans" cxnId="{5AD45EFA-7CA3-4990-8FE3-E453FF21AC75}">
      <dgm:prSet/>
      <dgm:spPr/>
      <dgm:t>
        <a:bodyPr/>
        <a:lstStyle/>
        <a:p>
          <a:endParaRPr lang="en-US"/>
        </a:p>
      </dgm:t>
    </dgm:pt>
    <dgm:pt modelId="{13E5708D-A280-4934-ABF1-E3B067C40844}" type="sibTrans" cxnId="{5AD45EFA-7CA3-4990-8FE3-E453FF21AC75}">
      <dgm:prSet/>
      <dgm:spPr/>
      <dgm:t>
        <a:bodyPr/>
        <a:lstStyle/>
        <a:p>
          <a:endParaRPr lang="en-US"/>
        </a:p>
      </dgm:t>
    </dgm:pt>
    <dgm:pt modelId="{40D0F07A-D2E9-4FAC-A86A-0FBC9D1282FC}" type="pres">
      <dgm:prSet presAssocID="{BF00BE3D-76D1-4910-BF5A-F11A2C355F5A}" presName="linear" presStyleCnt="0">
        <dgm:presLayoutVars>
          <dgm:animLvl val="lvl"/>
          <dgm:resizeHandles val="exact"/>
        </dgm:presLayoutVars>
      </dgm:prSet>
      <dgm:spPr/>
    </dgm:pt>
    <dgm:pt modelId="{3F81C1ED-D624-4AA8-9297-E6AA4AC632EA}" type="pres">
      <dgm:prSet presAssocID="{25943BE0-BD74-4893-B9E1-5BE162B6EEBC}" presName="parentText" presStyleLbl="node1" presStyleIdx="0" presStyleCnt="4">
        <dgm:presLayoutVars>
          <dgm:chMax val="0"/>
          <dgm:bulletEnabled val="1"/>
        </dgm:presLayoutVars>
      </dgm:prSet>
      <dgm:spPr/>
    </dgm:pt>
    <dgm:pt modelId="{5574730A-9DE4-418F-BA29-9A5500116489}" type="pres">
      <dgm:prSet presAssocID="{86706EAB-E8F7-4233-A6F7-FA75AFE95174}" presName="spacer" presStyleCnt="0"/>
      <dgm:spPr/>
    </dgm:pt>
    <dgm:pt modelId="{B8BA10B7-9112-4313-A1C3-635EF2D943A6}" type="pres">
      <dgm:prSet presAssocID="{64CF88CC-0362-428A-B3F8-19561EE4BD2E}" presName="parentText" presStyleLbl="node1" presStyleIdx="1" presStyleCnt="4">
        <dgm:presLayoutVars>
          <dgm:chMax val="0"/>
          <dgm:bulletEnabled val="1"/>
        </dgm:presLayoutVars>
      </dgm:prSet>
      <dgm:spPr/>
    </dgm:pt>
    <dgm:pt modelId="{BCA68904-CE71-49DC-823F-849ABFE04E4F}" type="pres">
      <dgm:prSet presAssocID="{4F1F869D-040C-4770-86D2-A6CD0D064172}" presName="spacer" presStyleCnt="0"/>
      <dgm:spPr/>
    </dgm:pt>
    <dgm:pt modelId="{0257F649-5603-4F31-B264-0C250640AE58}" type="pres">
      <dgm:prSet presAssocID="{3B713128-ACDE-4C74-A100-DA6FA83363F0}" presName="parentText" presStyleLbl="node1" presStyleIdx="2" presStyleCnt="4">
        <dgm:presLayoutVars>
          <dgm:chMax val="0"/>
          <dgm:bulletEnabled val="1"/>
        </dgm:presLayoutVars>
      </dgm:prSet>
      <dgm:spPr/>
    </dgm:pt>
    <dgm:pt modelId="{B7C118A5-D6AD-4087-BD44-F37F171BF680}" type="pres">
      <dgm:prSet presAssocID="{A65C86D1-ADC3-4A5B-A48D-00A7C82DF7BD}" presName="spacer" presStyleCnt="0"/>
      <dgm:spPr/>
    </dgm:pt>
    <dgm:pt modelId="{37F055BD-7661-4B25-A96E-B2D80FEDDE57}" type="pres">
      <dgm:prSet presAssocID="{F70784CB-BA6A-49DB-AB99-65E226B47CEA}" presName="parentText" presStyleLbl="node1" presStyleIdx="3" presStyleCnt="4">
        <dgm:presLayoutVars>
          <dgm:chMax val="0"/>
          <dgm:bulletEnabled val="1"/>
        </dgm:presLayoutVars>
      </dgm:prSet>
      <dgm:spPr/>
    </dgm:pt>
  </dgm:ptLst>
  <dgm:cxnLst>
    <dgm:cxn modelId="{C5CC5B0E-4E59-425C-94BE-5AB8D77D121D}" type="presOf" srcId="{64CF88CC-0362-428A-B3F8-19561EE4BD2E}" destId="{B8BA10B7-9112-4313-A1C3-635EF2D943A6}" srcOrd="0" destOrd="0" presId="urn:microsoft.com/office/officeart/2005/8/layout/vList2"/>
    <dgm:cxn modelId="{7F8E8B12-9A74-49E2-B156-A1D4CD7A199F}" type="presOf" srcId="{25943BE0-BD74-4893-B9E1-5BE162B6EEBC}" destId="{3F81C1ED-D624-4AA8-9297-E6AA4AC632EA}" srcOrd="0" destOrd="0" presId="urn:microsoft.com/office/officeart/2005/8/layout/vList2"/>
    <dgm:cxn modelId="{0CA1AD1C-AEF1-423A-87AF-79475603F87F}" srcId="{BF00BE3D-76D1-4910-BF5A-F11A2C355F5A}" destId="{3B713128-ACDE-4C74-A100-DA6FA83363F0}" srcOrd="2" destOrd="0" parTransId="{B0953F6E-0F86-4D01-8A5C-E7328FFA2043}" sibTransId="{A65C86D1-ADC3-4A5B-A48D-00A7C82DF7BD}"/>
    <dgm:cxn modelId="{6F8CC121-426F-4A95-AF72-72BAFB635837}" type="presOf" srcId="{BF00BE3D-76D1-4910-BF5A-F11A2C355F5A}" destId="{40D0F07A-D2E9-4FAC-A86A-0FBC9D1282FC}" srcOrd="0" destOrd="0" presId="urn:microsoft.com/office/officeart/2005/8/layout/vList2"/>
    <dgm:cxn modelId="{4CEAAF44-CA49-4177-A35A-045925F42ED1}" type="presOf" srcId="{F70784CB-BA6A-49DB-AB99-65E226B47CEA}" destId="{37F055BD-7661-4B25-A96E-B2D80FEDDE57}" srcOrd="0" destOrd="0" presId="urn:microsoft.com/office/officeart/2005/8/layout/vList2"/>
    <dgm:cxn modelId="{6E9FE345-2304-4A92-BDB8-FB2AA0B16F63}" type="presOf" srcId="{3B713128-ACDE-4C74-A100-DA6FA83363F0}" destId="{0257F649-5603-4F31-B264-0C250640AE58}" srcOrd="0" destOrd="0" presId="urn:microsoft.com/office/officeart/2005/8/layout/vList2"/>
    <dgm:cxn modelId="{DA722D69-5C77-4B73-A237-6BCC547C1A36}" srcId="{BF00BE3D-76D1-4910-BF5A-F11A2C355F5A}" destId="{25943BE0-BD74-4893-B9E1-5BE162B6EEBC}" srcOrd="0" destOrd="0" parTransId="{41CF40A3-10DC-401C-9390-91B65ABC7D72}" sibTransId="{86706EAB-E8F7-4233-A6F7-FA75AFE95174}"/>
    <dgm:cxn modelId="{BB469AB5-9B37-42B9-8CAB-09CECDFE6180}" srcId="{BF00BE3D-76D1-4910-BF5A-F11A2C355F5A}" destId="{64CF88CC-0362-428A-B3F8-19561EE4BD2E}" srcOrd="1" destOrd="0" parTransId="{08B09500-6BFD-4276-A2A4-C563DAC3540C}" sibTransId="{4F1F869D-040C-4770-86D2-A6CD0D064172}"/>
    <dgm:cxn modelId="{5AD45EFA-7CA3-4990-8FE3-E453FF21AC75}" srcId="{BF00BE3D-76D1-4910-BF5A-F11A2C355F5A}" destId="{F70784CB-BA6A-49DB-AB99-65E226B47CEA}" srcOrd="3" destOrd="0" parTransId="{AA9CC309-DDE1-4382-8844-5F515877D4C0}" sibTransId="{13E5708D-A280-4934-ABF1-E3B067C40844}"/>
    <dgm:cxn modelId="{497564EB-9A48-41BF-94FB-9828CE6C289F}" type="presParOf" srcId="{40D0F07A-D2E9-4FAC-A86A-0FBC9D1282FC}" destId="{3F81C1ED-D624-4AA8-9297-E6AA4AC632EA}" srcOrd="0" destOrd="0" presId="urn:microsoft.com/office/officeart/2005/8/layout/vList2"/>
    <dgm:cxn modelId="{ADF0521A-6C9F-41AA-8ED2-8B8E08035EAB}" type="presParOf" srcId="{40D0F07A-D2E9-4FAC-A86A-0FBC9D1282FC}" destId="{5574730A-9DE4-418F-BA29-9A5500116489}" srcOrd="1" destOrd="0" presId="urn:microsoft.com/office/officeart/2005/8/layout/vList2"/>
    <dgm:cxn modelId="{68CEB9B0-BA24-4485-8599-24CDD77B7830}" type="presParOf" srcId="{40D0F07A-D2E9-4FAC-A86A-0FBC9D1282FC}" destId="{B8BA10B7-9112-4313-A1C3-635EF2D943A6}" srcOrd="2" destOrd="0" presId="urn:microsoft.com/office/officeart/2005/8/layout/vList2"/>
    <dgm:cxn modelId="{DBF75618-7F5B-48BB-992F-5E4D9AA6DCAA}" type="presParOf" srcId="{40D0F07A-D2E9-4FAC-A86A-0FBC9D1282FC}" destId="{BCA68904-CE71-49DC-823F-849ABFE04E4F}" srcOrd="3" destOrd="0" presId="urn:microsoft.com/office/officeart/2005/8/layout/vList2"/>
    <dgm:cxn modelId="{BCBFAFB6-2A2C-4AE2-A632-60B623493D0C}" type="presParOf" srcId="{40D0F07A-D2E9-4FAC-A86A-0FBC9D1282FC}" destId="{0257F649-5603-4F31-B264-0C250640AE58}" srcOrd="4" destOrd="0" presId="urn:microsoft.com/office/officeart/2005/8/layout/vList2"/>
    <dgm:cxn modelId="{1E08315D-FFF1-4709-8CCF-A0012D0E5AE7}" type="presParOf" srcId="{40D0F07A-D2E9-4FAC-A86A-0FBC9D1282FC}" destId="{B7C118A5-D6AD-4087-BD44-F37F171BF680}" srcOrd="5" destOrd="0" presId="urn:microsoft.com/office/officeart/2005/8/layout/vList2"/>
    <dgm:cxn modelId="{07B81E54-76C9-47E8-81DA-649F69CC4896}" type="presParOf" srcId="{40D0F07A-D2E9-4FAC-A86A-0FBC9D1282FC}" destId="{37F055BD-7661-4B25-A96E-B2D80FEDDE5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645317-5094-4F2B-8A3B-A45D96392552}" type="doc">
      <dgm:prSet loTypeId="urn:microsoft.com/office/officeart/2005/8/layout/vList5" loCatId="list" qsTypeId="urn:microsoft.com/office/officeart/2005/8/quickstyle/3d7" qsCatId="3D" csTypeId="urn:microsoft.com/office/officeart/2005/8/colors/accent1_2" csCatId="accent1"/>
      <dgm:spPr/>
      <dgm:t>
        <a:bodyPr/>
        <a:lstStyle/>
        <a:p>
          <a:endParaRPr lang="en-US"/>
        </a:p>
      </dgm:t>
    </dgm:pt>
    <dgm:pt modelId="{9321EC0D-BD2E-48AD-85CB-35CA33F6090C}">
      <dgm:prSet/>
      <dgm:spPr/>
      <dgm:t>
        <a:bodyPr/>
        <a:lstStyle/>
        <a:p>
          <a:r>
            <a:rPr lang="en-US" b="1" dirty="0"/>
            <a:t>Primary Objectives</a:t>
          </a:r>
          <a:br>
            <a:rPr lang="en-US" b="1" dirty="0"/>
          </a:br>
          <a:endParaRPr lang="en-US" dirty="0"/>
        </a:p>
      </dgm:t>
    </dgm:pt>
    <dgm:pt modelId="{DFF53142-60B2-4B13-BDCA-6C12167C7FB8}" type="parTrans" cxnId="{9E1D878F-30AE-4EB9-9EEA-AC416125F34C}">
      <dgm:prSet/>
      <dgm:spPr/>
      <dgm:t>
        <a:bodyPr/>
        <a:lstStyle/>
        <a:p>
          <a:endParaRPr lang="en-US"/>
        </a:p>
      </dgm:t>
    </dgm:pt>
    <dgm:pt modelId="{A596330E-0858-44C3-8630-ED60E1CA37C7}" type="sibTrans" cxnId="{9E1D878F-30AE-4EB9-9EEA-AC416125F34C}">
      <dgm:prSet/>
      <dgm:spPr/>
      <dgm:t>
        <a:bodyPr/>
        <a:lstStyle/>
        <a:p>
          <a:endParaRPr lang="en-US"/>
        </a:p>
      </dgm:t>
    </dgm:pt>
    <dgm:pt modelId="{A4B9D82B-00BF-440C-B258-5C7850139D22}" type="pres">
      <dgm:prSet presAssocID="{18645317-5094-4F2B-8A3B-A45D96392552}" presName="Name0" presStyleCnt="0">
        <dgm:presLayoutVars>
          <dgm:dir/>
          <dgm:animLvl val="lvl"/>
          <dgm:resizeHandles val="exact"/>
        </dgm:presLayoutVars>
      </dgm:prSet>
      <dgm:spPr/>
    </dgm:pt>
    <dgm:pt modelId="{2FB6A0AF-C8E1-40DA-893B-AF165BA58079}" type="pres">
      <dgm:prSet presAssocID="{9321EC0D-BD2E-48AD-85CB-35CA33F6090C}" presName="linNode" presStyleCnt="0"/>
      <dgm:spPr/>
    </dgm:pt>
    <dgm:pt modelId="{3BD66D60-31CB-4FD7-80CB-51974AFD20F8}" type="pres">
      <dgm:prSet presAssocID="{9321EC0D-BD2E-48AD-85CB-35CA33F6090C}" presName="parentText" presStyleLbl="node1" presStyleIdx="0" presStyleCnt="1">
        <dgm:presLayoutVars>
          <dgm:chMax val="1"/>
          <dgm:bulletEnabled val="1"/>
        </dgm:presLayoutVars>
      </dgm:prSet>
      <dgm:spPr/>
    </dgm:pt>
  </dgm:ptLst>
  <dgm:cxnLst>
    <dgm:cxn modelId="{93F22E00-6CA2-4E84-87B8-C94DEA30ED48}" type="presOf" srcId="{9321EC0D-BD2E-48AD-85CB-35CA33F6090C}" destId="{3BD66D60-31CB-4FD7-80CB-51974AFD20F8}" srcOrd="0" destOrd="0" presId="urn:microsoft.com/office/officeart/2005/8/layout/vList5"/>
    <dgm:cxn modelId="{9E1D878F-30AE-4EB9-9EEA-AC416125F34C}" srcId="{18645317-5094-4F2B-8A3B-A45D96392552}" destId="{9321EC0D-BD2E-48AD-85CB-35CA33F6090C}" srcOrd="0" destOrd="0" parTransId="{DFF53142-60B2-4B13-BDCA-6C12167C7FB8}" sibTransId="{A596330E-0858-44C3-8630-ED60E1CA37C7}"/>
    <dgm:cxn modelId="{671B02A8-BAE2-45C4-8A28-E00F51942893}" type="presOf" srcId="{18645317-5094-4F2B-8A3B-A45D96392552}" destId="{A4B9D82B-00BF-440C-B258-5C7850139D22}" srcOrd="0" destOrd="0" presId="urn:microsoft.com/office/officeart/2005/8/layout/vList5"/>
    <dgm:cxn modelId="{4434E795-FAF2-4A68-A863-E93D7D4DC66D}" type="presParOf" srcId="{A4B9D82B-00BF-440C-B258-5C7850139D22}" destId="{2FB6A0AF-C8E1-40DA-893B-AF165BA58079}" srcOrd="0" destOrd="0" presId="urn:microsoft.com/office/officeart/2005/8/layout/vList5"/>
    <dgm:cxn modelId="{04B70348-2A35-4453-8F13-22D15DC4877D}" type="presParOf" srcId="{2FB6A0AF-C8E1-40DA-893B-AF165BA58079}" destId="{3BD66D60-31CB-4FD7-80CB-51974AFD20F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0C8C5B-7B97-402A-BC4C-50BA4DA86897}" type="doc">
      <dgm:prSet loTypeId="urn:microsoft.com/office/officeart/2005/8/layout/hList6" loCatId="list" qsTypeId="urn:microsoft.com/office/officeart/2005/8/quickstyle/simple1" qsCatId="simple" csTypeId="urn:microsoft.com/office/officeart/2005/8/colors/colorful5" csCatId="colorful"/>
      <dgm:spPr/>
      <dgm:t>
        <a:bodyPr/>
        <a:lstStyle/>
        <a:p>
          <a:endParaRPr lang="en-US"/>
        </a:p>
      </dgm:t>
    </dgm:pt>
    <dgm:pt modelId="{631AFFF6-ED3C-489B-B261-6141D069F6B6}">
      <dgm:prSet/>
      <dgm:spPr/>
      <dgm:t>
        <a:bodyPr/>
        <a:lstStyle/>
        <a:p>
          <a:pPr>
            <a:lnSpc>
              <a:spcPct val="150000"/>
            </a:lnSpc>
          </a:pPr>
          <a:r>
            <a:rPr lang="en-US">
              <a:latin typeface="Arial Black" panose="020B0A04020102020204" pitchFamily="34" charset="0"/>
            </a:rPr>
            <a:t>This analysis was conducted to: </a:t>
          </a:r>
        </a:p>
      </dgm:t>
    </dgm:pt>
    <dgm:pt modelId="{879A0EA8-0AB9-4075-8E56-311EC8F630CA}" type="parTrans" cxnId="{86DA5658-FBA8-40A6-8107-04E45C2CCA48}">
      <dgm:prSet/>
      <dgm:spPr/>
      <dgm:t>
        <a:bodyPr/>
        <a:lstStyle/>
        <a:p>
          <a:pPr>
            <a:lnSpc>
              <a:spcPct val="150000"/>
            </a:lnSpc>
          </a:pPr>
          <a:endParaRPr lang="en-US">
            <a:latin typeface="Arial Black" panose="020B0A04020102020204" pitchFamily="34" charset="0"/>
          </a:endParaRPr>
        </a:p>
      </dgm:t>
    </dgm:pt>
    <dgm:pt modelId="{F619A4E2-192B-4BA7-A80F-91295587401B}" type="sibTrans" cxnId="{86DA5658-FBA8-40A6-8107-04E45C2CCA48}">
      <dgm:prSet/>
      <dgm:spPr/>
      <dgm:t>
        <a:bodyPr/>
        <a:lstStyle/>
        <a:p>
          <a:pPr>
            <a:lnSpc>
              <a:spcPct val="150000"/>
            </a:lnSpc>
          </a:pPr>
          <a:endParaRPr lang="en-US">
            <a:latin typeface="Arial Black" panose="020B0A04020102020204" pitchFamily="34" charset="0"/>
          </a:endParaRPr>
        </a:p>
      </dgm:t>
    </dgm:pt>
    <dgm:pt modelId="{2450A094-74A7-487E-9750-8AAC45B4C481}">
      <dgm:prSet/>
      <dgm:spPr/>
      <dgm:t>
        <a:bodyPr/>
        <a:lstStyle/>
        <a:p>
          <a:pPr>
            <a:lnSpc>
              <a:spcPct val="150000"/>
            </a:lnSpc>
          </a:pPr>
          <a:r>
            <a:rPr lang="en-US">
              <a:latin typeface="Arial Black" panose="020B0A04020102020204" pitchFamily="34" charset="0"/>
            </a:rPr>
            <a:t>1. Evaluate overall performance patterns across participating nations in the 2024 Paris Olympics</a:t>
          </a:r>
        </a:p>
      </dgm:t>
    </dgm:pt>
    <dgm:pt modelId="{FEA64317-284A-438A-BB79-29221AF3F9CB}" type="parTrans" cxnId="{670EA56F-4AE3-49AD-994B-015748601400}">
      <dgm:prSet/>
      <dgm:spPr/>
      <dgm:t>
        <a:bodyPr/>
        <a:lstStyle/>
        <a:p>
          <a:pPr>
            <a:lnSpc>
              <a:spcPct val="150000"/>
            </a:lnSpc>
          </a:pPr>
          <a:endParaRPr lang="en-US">
            <a:latin typeface="Arial Black" panose="020B0A04020102020204" pitchFamily="34" charset="0"/>
          </a:endParaRPr>
        </a:p>
      </dgm:t>
    </dgm:pt>
    <dgm:pt modelId="{5974BC75-F97B-4D85-B98A-FB3336B822E1}" type="sibTrans" cxnId="{670EA56F-4AE3-49AD-994B-015748601400}">
      <dgm:prSet/>
      <dgm:spPr/>
      <dgm:t>
        <a:bodyPr/>
        <a:lstStyle/>
        <a:p>
          <a:pPr>
            <a:lnSpc>
              <a:spcPct val="150000"/>
            </a:lnSpc>
          </a:pPr>
          <a:endParaRPr lang="en-US">
            <a:latin typeface="Arial Black" panose="020B0A04020102020204" pitchFamily="34" charset="0"/>
          </a:endParaRPr>
        </a:p>
      </dgm:t>
    </dgm:pt>
    <dgm:pt modelId="{3848A975-0AEA-4EAE-80CD-4034BD83AED7}">
      <dgm:prSet/>
      <dgm:spPr/>
      <dgm:t>
        <a:bodyPr/>
        <a:lstStyle/>
        <a:p>
          <a:pPr>
            <a:lnSpc>
              <a:spcPct val="150000"/>
            </a:lnSpc>
          </a:pPr>
          <a:r>
            <a:rPr lang="en-US">
              <a:latin typeface="Arial Black" panose="020B0A04020102020204" pitchFamily="34" charset="0"/>
            </a:rPr>
            <a:t>2. Identify demographic trends in athlete participation and medal achievement   </a:t>
          </a:r>
        </a:p>
      </dgm:t>
    </dgm:pt>
    <dgm:pt modelId="{6431B9D0-3E2B-4274-A327-352F6F80F38F}" type="parTrans" cxnId="{8CEA4CDC-966B-48AB-856A-44D553F441C5}">
      <dgm:prSet/>
      <dgm:spPr/>
      <dgm:t>
        <a:bodyPr/>
        <a:lstStyle/>
        <a:p>
          <a:pPr>
            <a:lnSpc>
              <a:spcPct val="150000"/>
            </a:lnSpc>
          </a:pPr>
          <a:endParaRPr lang="en-US">
            <a:latin typeface="Arial Black" panose="020B0A04020102020204" pitchFamily="34" charset="0"/>
          </a:endParaRPr>
        </a:p>
      </dgm:t>
    </dgm:pt>
    <dgm:pt modelId="{74687C53-C855-4DFA-AB22-3FA3721E2AEC}" type="sibTrans" cxnId="{8CEA4CDC-966B-48AB-856A-44D553F441C5}">
      <dgm:prSet/>
      <dgm:spPr/>
      <dgm:t>
        <a:bodyPr/>
        <a:lstStyle/>
        <a:p>
          <a:pPr>
            <a:lnSpc>
              <a:spcPct val="150000"/>
            </a:lnSpc>
          </a:pPr>
          <a:endParaRPr lang="en-US">
            <a:latin typeface="Arial Black" panose="020B0A04020102020204" pitchFamily="34" charset="0"/>
          </a:endParaRPr>
        </a:p>
      </dgm:t>
    </dgm:pt>
    <dgm:pt modelId="{8AEA1EDB-F32C-4AD9-BBEB-1586A8F6C077}">
      <dgm:prSet/>
      <dgm:spPr/>
      <dgm:t>
        <a:bodyPr/>
        <a:lstStyle/>
        <a:p>
          <a:pPr>
            <a:lnSpc>
              <a:spcPct val="150000"/>
            </a:lnSpc>
          </a:pPr>
          <a:r>
            <a:rPr lang="en-US">
              <a:latin typeface="Arial Black" panose="020B0A04020102020204" pitchFamily="34" charset="0"/>
            </a:rPr>
            <a:t>3. Assess gender equity progress in Olympic competition </a:t>
          </a:r>
        </a:p>
      </dgm:t>
    </dgm:pt>
    <dgm:pt modelId="{24A2BFE5-79B6-4AFD-BBAD-049F4A718489}" type="parTrans" cxnId="{7A7C9FC9-B4FE-432C-96E7-CB22AE6CBABE}">
      <dgm:prSet/>
      <dgm:spPr/>
      <dgm:t>
        <a:bodyPr/>
        <a:lstStyle/>
        <a:p>
          <a:pPr>
            <a:lnSpc>
              <a:spcPct val="150000"/>
            </a:lnSpc>
          </a:pPr>
          <a:endParaRPr lang="en-US">
            <a:latin typeface="Arial Black" panose="020B0A04020102020204" pitchFamily="34" charset="0"/>
          </a:endParaRPr>
        </a:p>
      </dgm:t>
    </dgm:pt>
    <dgm:pt modelId="{6F5C8A18-0BB0-458D-A033-92C9C31F9301}" type="sibTrans" cxnId="{7A7C9FC9-B4FE-432C-96E7-CB22AE6CBABE}">
      <dgm:prSet/>
      <dgm:spPr/>
      <dgm:t>
        <a:bodyPr/>
        <a:lstStyle/>
        <a:p>
          <a:pPr>
            <a:lnSpc>
              <a:spcPct val="150000"/>
            </a:lnSpc>
          </a:pPr>
          <a:endParaRPr lang="en-US">
            <a:latin typeface="Arial Black" panose="020B0A04020102020204" pitchFamily="34" charset="0"/>
          </a:endParaRPr>
        </a:p>
      </dgm:t>
    </dgm:pt>
    <dgm:pt modelId="{4E9722E7-EA72-4BAF-AD75-2714C68CEE97}">
      <dgm:prSet/>
      <dgm:spPr/>
      <dgm:t>
        <a:bodyPr/>
        <a:lstStyle/>
        <a:p>
          <a:pPr>
            <a:lnSpc>
              <a:spcPct val="150000"/>
            </a:lnSpc>
          </a:pPr>
          <a:r>
            <a:rPr lang="en-US">
              <a:latin typeface="Arial Black" panose="020B0A04020102020204" pitchFamily="34" charset="0"/>
            </a:rPr>
            <a:t>4.Analyze sport specific participation and performance metrics. </a:t>
          </a:r>
        </a:p>
      </dgm:t>
    </dgm:pt>
    <dgm:pt modelId="{0A1E3BDD-1602-440D-88B4-D5017858CD18}" type="parTrans" cxnId="{A5AB9560-6D2D-4860-BEE7-F39A0604E17E}">
      <dgm:prSet/>
      <dgm:spPr/>
      <dgm:t>
        <a:bodyPr/>
        <a:lstStyle/>
        <a:p>
          <a:pPr>
            <a:lnSpc>
              <a:spcPct val="150000"/>
            </a:lnSpc>
          </a:pPr>
          <a:endParaRPr lang="en-US">
            <a:latin typeface="Arial Black" panose="020B0A04020102020204" pitchFamily="34" charset="0"/>
          </a:endParaRPr>
        </a:p>
      </dgm:t>
    </dgm:pt>
    <dgm:pt modelId="{549F3969-F044-4DDD-859C-F77B29FDC818}" type="sibTrans" cxnId="{A5AB9560-6D2D-4860-BEE7-F39A0604E17E}">
      <dgm:prSet/>
      <dgm:spPr/>
      <dgm:t>
        <a:bodyPr/>
        <a:lstStyle/>
        <a:p>
          <a:pPr>
            <a:lnSpc>
              <a:spcPct val="150000"/>
            </a:lnSpc>
          </a:pPr>
          <a:endParaRPr lang="en-US">
            <a:latin typeface="Arial Black" panose="020B0A04020102020204" pitchFamily="34" charset="0"/>
          </a:endParaRPr>
        </a:p>
      </dgm:t>
    </dgm:pt>
    <dgm:pt modelId="{4B3181EA-7318-4737-898C-1FED77C97EA3}" type="pres">
      <dgm:prSet presAssocID="{690C8C5B-7B97-402A-BC4C-50BA4DA86897}" presName="Name0" presStyleCnt="0">
        <dgm:presLayoutVars>
          <dgm:dir/>
          <dgm:resizeHandles val="exact"/>
        </dgm:presLayoutVars>
      </dgm:prSet>
      <dgm:spPr/>
    </dgm:pt>
    <dgm:pt modelId="{4AA2B68E-3DBA-4903-AAA4-4E8D898574C8}" type="pres">
      <dgm:prSet presAssocID="{631AFFF6-ED3C-489B-B261-6141D069F6B6}" presName="node" presStyleLbl="node1" presStyleIdx="0" presStyleCnt="5">
        <dgm:presLayoutVars>
          <dgm:bulletEnabled val="1"/>
        </dgm:presLayoutVars>
      </dgm:prSet>
      <dgm:spPr/>
    </dgm:pt>
    <dgm:pt modelId="{8F914A70-DC23-4E0C-8A3F-E38FBAB9C721}" type="pres">
      <dgm:prSet presAssocID="{F619A4E2-192B-4BA7-A80F-91295587401B}" presName="sibTrans" presStyleCnt="0"/>
      <dgm:spPr/>
    </dgm:pt>
    <dgm:pt modelId="{3A7E1139-50BB-4950-A8B3-E2BE141DD9A8}" type="pres">
      <dgm:prSet presAssocID="{2450A094-74A7-487E-9750-8AAC45B4C481}" presName="node" presStyleLbl="node1" presStyleIdx="1" presStyleCnt="5">
        <dgm:presLayoutVars>
          <dgm:bulletEnabled val="1"/>
        </dgm:presLayoutVars>
      </dgm:prSet>
      <dgm:spPr/>
    </dgm:pt>
    <dgm:pt modelId="{73A11852-3F9C-47A4-9D22-8B9C9B399652}" type="pres">
      <dgm:prSet presAssocID="{5974BC75-F97B-4D85-B98A-FB3336B822E1}" presName="sibTrans" presStyleCnt="0"/>
      <dgm:spPr/>
    </dgm:pt>
    <dgm:pt modelId="{0082BD2D-BD6A-4DB5-B6FB-3A2BBA272C6A}" type="pres">
      <dgm:prSet presAssocID="{3848A975-0AEA-4EAE-80CD-4034BD83AED7}" presName="node" presStyleLbl="node1" presStyleIdx="2" presStyleCnt="5">
        <dgm:presLayoutVars>
          <dgm:bulletEnabled val="1"/>
        </dgm:presLayoutVars>
      </dgm:prSet>
      <dgm:spPr/>
    </dgm:pt>
    <dgm:pt modelId="{865766DE-F704-4A20-A349-E85BB70D6922}" type="pres">
      <dgm:prSet presAssocID="{74687C53-C855-4DFA-AB22-3FA3721E2AEC}" presName="sibTrans" presStyleCnt="0"/>
      <dgm:spPr/>
    </dgm:pt>
    <dgm:pt modelId="{F83CA1C2-702E-4E6F-895E-B2B7D1E616B8}" type="pres">
      <dgm:prSet presAssocID="{8AEA1EDB-F32C-4AD9-BBEB-1586A8F6C077}" presName="node" presStyleLbl="node1" presStyleIdx="3" presStyleCnt="5">
        <dgm:presLayoutVars>
          <dgm:bulletEnabled val="1"/>
        </dgm:presLayoutVars>
      </dgm:prSet>
      <dgm:spPr/>
    </dgm:pt>
    <dgm:pt modelId="{4B574B9F-BD20-4315-8BD4-6FB6ED67E673}" type="pres">
      <dgm:prSet presAssocID="{6F5C8A18-0BB0-458D-A033-92C9C31F9301}" presName="sibTrans" presStyleCnt="0"/>
      <dgm:spPr/>
    </dgm:pt>
    <dgm:pt modelId="{895DD8E5-C558-43CE-90EE-6253488320DB}" type="pres">
      <dgm:prSet presAssocID="{4E9722E7-EA72-4BAF-AD75-2714C68CEE97}" presName="node" presStyleLbl="node1" presStyleIdx="4" presStyleCnt="5">
        <dgm:presLayoutVars>
          <dgm:bulletEnabled val="1"/>
        </dgm:presLayoutVars>
      </dgm:prSet>
      <dgm:spPr/>
    </dgm:pt>
  </dgm:ptLst>
  <dgm:cxnLst>
    <dgm:cxn modelId="{97871711-E536-40CC-B90F-7E3DE89790C0}" type="presOf" srcId="{631AFFF6-ED3C-489B-B261-6141D069F6B6}" destId="{4AA2B68E-3DBA-4903-AAA4-4E8D898574C8}" srcOrd="0" destOrd="0" presId="urn:microsoft.com/office/officeart/2005/8/layout/hList6"/>
    <dgm:cxn modelId="{2FED523A-CE0D-41DF-89EA-7FB69AF9C2E1}" type="presOf" srcId="{8AEA1EDB-F32C-4AD9-BBEB-1586A8F6C077}" destId="{F83CA1C2-702E-4E6F-895E-B2B7D1E616B8}" srcOrd="0" destOrd="0" presId="urn:microsoft.com/office/officeart/2005/8/layout/hList6"/>
    <dgm:cxn modelId="{457E5F3B-1AEF-455B-A239-03E3EF9C2557}" type="presOf" srcId="{3848A975-0AEA-4EAE-80CD-4034BD83AED7}" destId="{0082BD2D-BD6A-4DB5-B6FB-3A2BBA272C6A}" srcOrd="0" destOrd="0" presId="urn:microsoft.com/office/officeart/2005/8/layout/hList6"/>
    <dgm:cxn modelId="{A5AB9560-6D2D-4860-BEE7-F39A0604E17E}" srcId="{690C8C5B-7B97-402A-BC4C-50BA4DA86897}" destId="{4E9722E7-EA72-4BAF-AD75-2714C68CEE97}" srcOrd="4" destOrd="0" parTransId="{0A1E3BDD-1602-440D-88B4-D5017858CD18}" sibTransId="{549F3969-F044-4DDD-859C-F77B29FDC818}"/>
    <dgm:cxn modelId="{670EA56F-4AE3-49AD-994B-015748601400}" srcId="{690C8C5B-7B97-402A-BC4C-50BA4DA86897}" destId="{2450A094-74A7-487E-9750-8AAC45B4C481}" srcOrd="1" destOrd="0" parTransId="{FEA64317-284A-438A-BB79-29221AF3F9CB}" sibTransId="{5974BC75-F97B-4D85-B98A-FB3336B822E1}"/>
    <dgm:cxn modelId="{86DA5658-FBA8-40A6-8107-04E45C2CCA48}" srcId="{690C8C5B-7B97-402A-BC4C-50BA4DA86897}" destId="{631AFFF6-ED3C-489B-B261-6141D069F6B6}" srcOrd="0" destOrd="0" parTransId="{879A0EA8-0AB9-4075-8E56-311EC8F630CA}" sibTransId="{F619A4E2-192B-4BA7-A80F-91295587401B}"/>
    <dgm:cxn modelId="{0D14A782-122C-484D-A741-06F6429FFDDC}" type="presOf" srcId="{2450A094-74A7-487E-9750-8AAC45B4C481}" destId="{3A7E1139-50BB-4950-A8B3-E2BE141DD9A8}" srcOrd="0" destOrd="0" presId="urn:microsoft.com/office/officeart/2005/8/layout/hList6"/>
    <dgm:cxn modelId="{7A7C9FC9-B4FE-432C-96E7-CB22AE6CBABE}" srcId="{690C8C5B-7B97-402A-BC4C-50BA4DA86897}" destId="{8AEA1EDB-F32C-4AD9-BBEB-1586A8F6C077}" srcOrd="3" destOrd="0" parTransId="{24A2BFE5-79B6-4AFD-BBAD-049F4A718489}" sibTransId="{6F5C8A18-0BB0-458D-A033-92C9C31F9301}"/>
    <dgm:cxn modelId="{A63575D3-959A-483E-949B-3B14E035D8E4}" type="presOf" srcId="{4E9722E7-EA72-4BAF-AD75-2714C68CEE97}" destId="{895DD8E5-C558-43CE-90EE-6253488320DB}" srcOrd="0" destOrd="0" presId="urn:microsoft.com/office/officeart/2005/8/layout/hList6"/>
    <dgm:cxn modelId="{224DABD3-F168-4314-9B72-761B255DBFF1}" type="presOf" srcId="{690C8C5B-7B97-402A-BC4C-50BA4DA86897}" destId="{4B3181EA-7318-4737-898C-1FED77C97EA3}" srcOrd="0" destOrd="0" presId="urn:microsoft.com/office/officeart/2005/8/layout/hList6"/>
    <dgm:cxn modelId="{8CEA4CDC-966B-48AB-856A-44D553F441C5}" srcId="{690C8C5B-7B97-402A-BC4C-50BA4DA86897}" destId="{3848A975-0AEA-4EAE-80CD-4034BD83AED7}" srcOrd="2" destOrd="0" parTransId="{6431B9D0-3E2B-4274-A327-352F6F80F38F}" sibTransId="{74687C53-C855-4DFA-AB22-3FA3721E2AEC}"/>
    <dgm:cxn modelId="{4F48EA0F-B8C1-4DA6-87E2-5C100852ADF3}" type="presParOf" srcId="{4B3181EA-7318-4737-898C-1FED77C97EA3}" destId="{4AA2B68E-3DBA-4903-AAA4-4E8D898574C8}" srcOrd="0" destOrd="0" presId="urn:microsoft.com/office/officeart/2005/8/layout/hList6"/>
    <dgm:cxn modelId="{515AE6D9-E1E4-4160-9035-BBD308EADC4F}" type="presParOf" srcId="{4B3181EA-7318-4737-898C-1FED77C97EA3}" destId="{8F914A70-DC23-4E0C-8A3F-E38FBAB9C721}" srcOrd="1" destOrd="0" presId="urn:microsoft.com/office/officeart/2005/8/layout/hList6"/>
    <dgm:cxn modelId="{F45339D6-9D1B-4B10-8D5E-3E0CFA717C9C}" type="presParOf" srcId="{4B3181EA-7318-4737-898C-1FED77C97EA3}" destId="{3A7E1139-50BB-4950-A8B3-E2BE141DD9A8}" srcOrd="2" destOrd="0" presId="urn:microsoft.com/office/officeart/2005/8/layout/hList6"/>
    <dgm:cxn modelId="{FC3A0E1B-ADDD-4DF5-BD5B-DD654D3EDAD8}" type="presParOf" srcId="{4B3181EA-7318-4737-898C-1FED77C97EA3}" destId="{73A11852-3F9C-47A4-9D22-8B9C9B399652}" srcOrd="3" destOrd="0" presId="urn:microsoft.com/office/officeart/2005/8/layout/hList6"/>
    <dgm:cxn modelId="{2CCDDB67-FBE1-4324-848F-1A43E8931B94}" type="presParOf" srcId="{4B3181EA-7318-4737-898C-1FED77C97EA3}" destId="{0082BD2D-BD6A-4DB5-B6FB-3A2BBA272C6A}" srcOrd="4" destOrd="0" presId="urn:microsoft.com/office/officeart/2005/8/layout/hList6"/>
    <dgm:cxn modelId="{F3857EAD-FA47-40B3-8FF4-52E944F62037}" type="presParOf" srcId="{4B3181EA-7318-4737-898C-1FED77C97EA3}" destId="{865766DE-F704-4A20-A349-E85BB70D6922}" srcOrd="5" destOrd="0" presId="urn:microsoft.com/office/officeart/2005/8/layout/hList6"/>
    <dgm:cxn modelId="{6946165E-79FF-4D80-84C5-937241FF5315}" type="presParOf" srcId="{4B3181EA-7318-4737-898C-1FED77C97EA3}" destId="{F83CA1C2-702E-4E6F-895E-B2B7D1E616B8}" srcOrd="6" destOrd="0" presId="urn:microsoft.com/office/officeart/2005/8/layout/hList6"/>
    <dgm:cxn modelId="{B2B55433-86FD-4FA1-9607-1BD1CBD7E137}" type="presParOf" srcId="{4B3181EA-7318-4737-898C-1FED77C97EA3}" destId="{4B574B9F-BD20-4315-8BD4-6FB6ED67E673}" srcOrd="7" destOrd="0" presId="urn:microsoft.com/office/officeart/2005/8/layout/hList6"/>
    <dgm:cxn modelId="{75B88E44-1176-4347-A7F8-D3AD204045F1}" type="presParOf" srcId="{4B3181EA-7318-4737-898C-1FED77C97EA3}" destId="{895DD8E5-C558-43CE-90EE-6253488320DB}" srcOrd="8"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0CEDFB-6853-472F-8266-93880B959D97}" type="doc">
      <dgm:prSet loTypeId="urn:microsoft.com/office/officeart/2005/8/layout/matrix3" loCatId="matrix" qsTypeId="urn:microsoft.com/office/officeart/2005/8/quickstyle/simple1" qsCatId="simple" csTypeId="urn:microsoft.com/office/officeart/2005/8/colors/colorful5" csCatId="colorful" phldr="1"/>
      <dgm:spPr/>
      <dgm:t>
        <a:bodyPr/>
        <a:lstStyle/>
        <a:p>
          <a:endParaRPr lang="en-US"/>
        </a:p>
      </dgm:t>
    </dgm:pt>
    <dgm:pt modelId="{DC7B71E4-908A-43D0-B793-E13D7C336DE0}">
      <dgm:prSet/>
      <dgm:spPr/>
      <dgm:t>
        <a:bodyPr/>
        <a:lstStyle/>
        <a:p>
          <a:pPr>
            <a:lnSpc>
              <a:spcPct val="150000"/>
            </a:lnSpc>
          </a:pPr>
          <a:r>
            <a:rPr lang="en-US" b="1" dirty="0"/>
            <a:t>1. The dashboard is divided into sections viewing from top left to bottom right </a:t>
          </a:r>
          <a:endParaRPr lang="en-US" dirty="0"/>
        </a:p>
      </dgm:t>
    </dgm:pt>
    <dgm:pt modelId="{200B55A6-720C-456A-90F1-64E5A8551A21}" type="parTrans" cxnId="{8D47E26B-3ABC-4155-A450-04AC6817BDC0}">
      <dgm:prSet/>
      <dgm:spPr/>
      <dgm:t>
        <a:bodyPr/>
        <a:lstStyle/>
        <a:p>
          <a:endParaRPr lang="en-US"/>
        </a:p>
      </dgm:t>
    </dgm:pt>
    <dgm:pt modelId="{0F406BF4-92D0-4FFB-8F7B-A46690F70FB1}" type="sibTrans" cxnId="{8D47E26B-3ABC-4155-A450-04AC6817BDC0}">
      <dgm:prSet/>
      <dgm:spPr/>
      <dgm:t>
        <a:bodyPr/>
        <a:lstStyle/>
        <a:p>
          <a:endParaRPr lang="en-US"/>
        </a:p>
      </dgm:t>
    </dgm:pt>
    <dgm:pt modelId="{7B7F4999-5816-40F6-8AF8-8C4E7AF53A52}">
      <dgm:prSet/>
      <dgm:spPr/>
      <dgm:t>
        <a:bodyPr/>
        <a:lstStyle/>
        <a:p>
          <a:pPr>
            <a:lnSpc>
              <a:spcPct val="150000"/>
            </a:lnSpc>
          </a:pPr>
          <a:r>
            <a:rPr lang="en-US" b="1" dirty="0"/>
            <a:t>3. Bar charts for top sports with athletes participation, Stacked charts for gold medals by gender, </a:t>
          </a:r>
          <a:endParaRPr lang="en-US" dirty="0"/>
        </a:p>
      </dgm:t>
    </dgm:pt>
    <dgm:pt modelId="{308CCD0F-7BD7-462D-B1E1-656C7194A086}" type="parTrans" cxnId="{94B02DE2-F1AC-462D-A19E-36209EDBC8B6}">
      <dgm:prSet/>
      <dgm:spPr/>
      <dgm:t>
        <a:bodyPr/>
        <a:lstStyle/>
        <a:p>
          <a:endParaRPr lang="en-US"/>
        </a:p>
      </dgm:t>
    </dgm:pt>
    <dgm:pt modelId="{4B4F08FD-0885-479D-9278-273E2BD15661}" type="sibTrans" cxnId="{94B02DE2-F1AC-462D-A19E-36209EDBC8B6}">
      <dgm:prSet/>
      <dgm:spPr/>
      <dgm:t>
        <a:bodyPr/>
        <a:lstStyle/>
        <a:p>
          <a:endParaRPr lang="en-US"/>
        </a:p>
      </dgm:t>
    </dgm:pt>
    <dgm:pt modelId="{132916C2-11FC-4BFC-BFEB-C6BD0392D605}">
      <dgm:prSet custT="1"/>
      <dgm:spPr/>
      <dgm:t>
        <a:bodyPr/>
        <a:lstStyle/>
        <a:p>
          <a:pPr>
            <a:lnSpc>
              <a:spcPct val="150000"/>
            </a:lnSpc>
          </a:pPr>
          <a:r>
            <a:rPr lang="en-US" sz="1000" b="1" dirty="0"/>
            <a:t>2. The Dashboard starts with the KPI’s,  a world map for total medals by country, </a:t>
          </a:r>
          <a:endParaRPr lang="en-US" sz="1000" dirty="0"/>
        </a:p>
      </dgm:t>
    </dgm:pt>
    <dgm:pt modelId="{9958AFF7-689E-4D20-9714-267026222EA2}" type="parTrans" cxnId="{24FD61FF-A010-4206-885B-29727A3EFBFA}">
      <dgm:prSet/>
      <dgm:spPr/>
      <dgm:t>
        <a:bodyPr/>
        <a:lstStyle/>
        <a:p>
          <a:endParaRPr lang="en-US"/>
        </a:p>
      </dgm:t>
    </dgm:pt>
    <dgm:pt modelId="{C5162572-2985-4024-8409-C0D8854614A8}" type="sibTrans" cxnId="{24FD61FF-A010-4206-885B-29727A3EFBFA}">
      <dgm:prSet/>
      <dgm:spPr/>
      <dgm:t>
        <a:bodyPr/>
        <a:lstStyle/>
        <a:p>
          <a:endParaRPr lang="en-US"/>
        </a:p>
      </dgm:t>
    </dgm:pt>
    <dgm:pt modelId="{7F174075-DF92-4C46-92EC-52A438D61677}">
      <dgm:prSet/>
      <dgm:spPr/>
      <dgm:t>
        <a:bodyPr/>
        <a:lstStyle/>
        <a:p>
          <a:pPr>
            <a:lnSpc>
              <a:spcPct val="150000"/>
            </a:lnSpc>
          </a:pPr>
          <a:r>
            <a:rPr lang="en-US" b="1" dirty="0"/>
            <a:t>4. And column charts for age range participation in events and pie chart for gender participation in event.</a:t>
          </a:r>
          <a:endParaRPr lang="en-US" dirty="0"/>
        </a:p>
      </dgm:t>
    </dgm:pt>
    <dgm:pt modelId="{554F5161-014F-429D-9924-48032BE86DE5}" type="parTrans" cxnId="{70084878-238B-49D4-BB35-3636D4328F85}">
      <dgm:prSet/>
      <dgm:spPr/>
      <dgm:t>
        <a:bodyPr/>
        <a:lstStyle/>
        <a:p>
          <a:endParaRPr lang="en-US"/>
        </a:p>
      </dgm:t>
    </dgm:pt>
    <dgm:pt modelId="{F142635F-4F07-496C-BA1F-0AE164DA54BA}" type="sibTrans" cxnId="{70084878-238B-49D4-BB35-3636D4328F85}">
      <dgm:prSet/>
      <dgm:spPr/>
      <dgm:t>
        <a:bodyPr/>
        <a:lstStyle/>
        <a:p>
          <a:endParaRPr lang="en-US"/>
        </a:p>
      </dgm:t>
    </dgm:pt>
    <dgm:pt modelId="{51CE8CBE-25B1-4C1D-8895-E28093C32C66}" type="pres">
      <dgm:prSet presAssocID="{A20CEDFB-6853-472F-8266-93880B959D97}" presName="matrix" presStyleCnt="0">
        <dgm:presLayoutVars>
          <dgm:chMax val="1"/>
          <dgm:dir/>
          <dgm:resizeHandles val="exact"/>
        </dgm:presLayoutVars>
      </dgm:prSet>
      <dgm:spPr/>
    </dgm:pt>
    <dgm:pt modelId="{98915522-49C1-4854-8E08-291E19B50A73}" type="pres">
      <dgm:prSet presAssocID="{A20CEDFB-6853-472F-8266-93880B959D97}" presName="diamond" presStyleLbl="bgShp" presStyleIdx="0" presStyleCnt="1" custScaleX="184351"/>
      <dgm:spPr/>
    </dgm:pt>
    <dgm:pt modelId="{F26EB95B-1292-4ABF-9FC3-4D43F673DD2E}" type="pres">
      <dgm:prSet presAssocID="{A20CEDFB-6853-472F-8266-93880B959D97}" presName="quad1" presStyleLbl="node1" presStyleIdx="0" presStyleCnt="4" custLinFactX="-45775" custLinFactNeighborX="-100000" custLinFactNeighborY="-6431">
        <dgm:presLayoutVars>
          <dgm:chMax val="0"/>
          <dgm:chPref val="0"/>
          <dgm:bulletEnabled val="1"/>
        </dgm:presLayoutVars>
      </dgm:prSet>
      <dgm:spPr/>
    </dgm:pt>
    <dgm:pt modelId="{953CE4A7-4D58-4A4A-9494-B805C133F4D0}" type="pres">
      <dgm:prSet presAssocID="{A20CEDFB-6853-472F-8266-93880B959D97}" presName="quad2" presStyleLbl="node1" presStyleIdx="1" presStyleCnt="4" custLinFactX="62567" custLinFactNeighborX="100000" custLinFactNeighborY="-2501">
        <dgm:presLayoutVars>
          <dgm:chMax val="0"/>
          <dgm:chPref val="0"/>
          <dgm:bulletEnabled val="1"/>
        </dgm:presLayoutVars>
      </dgm:prSet>
      <dgm:spPr/>
    </dgm:pt>
    <dgm:pt modelId="{2E4D6FC4-8296-416E-B450-9269EE39FD19}" type="pres">
      <dgm:prSet presAssocID="{A20CEDFB-6853-472F-8266-93880B959D97}" presName="quad3" presStyleLbl="node1" presStyleIdx="2" presStyleCnt="4" custLinFactNeighborX="-70387" custLinFactNeighborY="17213">
        <dgm:presLayoutVars>
          <dgm:chMax val="0"/>
          <dgm:chPref val="0"/>
          <dgm:bulletEnabled val="1"/>
        </dgm:presLayoutVars>
      </dgm:prSet>
      <dgm:spPr/>
    </dgm:pt>
    <dgm:pt modelId="{EC5DD484-7BC1-4FB3-81B9-1B15E0E74F27}" type="pres">
      <dgm:prSet presAssocID="{A20CEDFB-6853-472F-8266-93880B959D97}" presName="quad4" presStyleLbl="node1" presStyleIdx="3" presStyleCnt="4" custLinFactNeighborX="80748" custLinFactNeighborY="16793">
        <dgm:presLayoutVars>
          <dgm:chMax val="0"/>
          <dgm:chPref val="0"/>
          <dgm:bulletEnabled val="1"/>
        </dgm:presLayoutVars>
      </dgm:prSet>
      <dgm:spPr/>
    </dgm:pt>
  </dgm:ptLst>
  <dgm:cxnLst>
    <dgm:cxn modelId="{0D71820E-1D8C-4738-8B34-AD0D12EEA3AD}" type="presOf" srcId="{A20CEDFB-6853-472F-8266-93880B959D97}" destId="{51CE8CBE-25B1-4C1D-8895-E28093C32C66}" srcOrd="0" destOrd="0" presId="urn:microsoft.com/office/officeart/2005/8/layout/matrix3"/>
    <dgm:cxn modelId="{C4E2CE1E-B52F-4B28-81DF-D7ED1862DFF5}" type="presOf" srcId="{7F174075-DF92-4C46-92EC-52A438D61677}" destId="{EC5DD484-7BC1-4FB3-81B9-1B15E0E74F27}" srcOrd="0" destOrd="0" presId="urn:microsoft.com/office/officeart/2005/8/layout/matrix3"/>
    <dgm:cxn modelId="{8D47E26B-3ABC-4155-A450-04AC6817BDC0}" srcId="{A20CEDFB-6853-472F-8266-93880B959D97}" destId="{DC7B71E4-908A-43D0-B793-E13D7C336DE0}" srcOrd="0" destOrd="0" parTransId="{200B55A6-720C-456A-90F1-64E5A8551A21}" sibTransId="{0F406BF4-92D0-4FFB-8F7B-A46690F70FB1}"/>
    <dgm:cxn modelId="{70084878-238B-49D4-BB35-3636D4328F85}" srcId="{A20CEDFB-6853-472F-8266-93880B959D97}" destId="{7F174075-DF92-4C46-92EC-52A438D61677}" srcOrd="3" destOrd="0" parTransId="{554F5161-014F-429D-9924-48032BE86DE5}" sibTransId="{F142635F-4F07-496C-BA1F-0AE164DA54BA}"/>
    <dgm:cxn modelId="{3746B9AF-FD0D-4867-B3B3-92BD402BDE73}" type="presOf" srcId="{132916C2-11FC-4BFC-BFEB-C6BD0392D605}" destId="{953CE4A7-4D58-4A4A-9494-B805C133F4D0}" srcOrd="0" destOrd="0" presId="urn:microsoft.com/office/officeart/2005/8/layout/matrix3"/>
    <dgm:cxn modelId="{27BF58BA-8317-45F1-9797-E9067DE5FAFB}" type="presOf" srcId="{DC7B71E4-908A-43D0-B793-E13D7C336DE0}" destId="{F26EB95B-1292-4ABF-9FC3-4D43F673DD2E}" srcOrd="0" destOrd="0" presId="urn:microsoft.com/office/officeart/2005/8/layout/matrix3"/>
    <dgm:cxn modelId="{94B02DE2-F1AC-462D-A19E-36209EDBC8B6}" srcId="{A20CEDFB-6853-472F-8266-93880B959D97}" destId="{7B7F4999-5816-40F6-8AF8-8C4E7AF53A52}" srcOrd="2" destOrd="0" parTransId="{308CCD0F-7BD7-462D-B1E1-656C7194A086}" sibTransId="{4B4F08FD-0885-479D-9278-273E2BD15661}"/>
    <dgm:cxn modelId="{F59876F0-95E2-4C17-BA8A-931D4A7B9DC4}" type="presOf" srcId="{7B7F4999-5816-40F6-8AF8-8C4E7AF53A52}" destId="{2E4D6FC4-8296-416E-B450-9269EE39FD19}" srcOrd="0" destOrd="0" presId="urn:microsoft.com/office/officeart/2005/8/layout/matrix3"/>
    <dgm:cxn modelId="{24FD61FF-A010-4206-885B-29727A3EFBFA}" srcId="{A20CEDFB-6853-472F-8266-93880B959D97}" destId="{132916C2-11FC-4BFC-BFEB-C6BD0392D605}" srcOrd="1" destOrd="0" parTransId="{9958AFF7-689E-4D20-9714-267026222EA2}" sibTransId="{C5162572-2985-4024-8409-C0D8854614A8}"/>
    <dgm:cxn modelId="{942CE67F-F0F4-43B4-9EC6-BEBC7C3083BA}" type="presParOf" srcId="{51CE8CBE-25B1-4C1D-8895-E28093C32C66}" destId="{98915522-49C1-4854-8E08-291E19B50A73}" srcOrd="0" destOrd="0" presId="urn:microsoft.com/office/officeart/2005/8/layout/matrix3"/>
    <dgm:cxn modelId="{D15100E8-D959-4C51-B6C7-2DA1295373EA}" type="presParOf" srcId="{51CE8CBE-25B1-4C1D-8895-E28093C32C66}" destId="{F26EB95B-1292-4ABF-9FC3-4D43F673DD2E}" srcOrd="1" destOrd="0" presId="urn:microsoft.com/office/officeart/2005/8/layout/matrix3"/>
    <dgm:cxn modelId="{E6EC2A14-CE5C-4747-8BB7-52753F8D4F60}" type="presParOf" srcId="{51CE8CBE-25B1-4C1D-8895-E28093C32C66}" destId="{953CE4A7-4D58-4A4A-9494-B805C133F4D0}" srcOrd="2" destOrd="0" presId="urn:microsoft.com/office/officeart/2005/8/layout/matrix3"/>
    <dgm:cxn modelId="{832086AD-BD85-440A-885A-BD06B3E34C12}" type="presParOf" srcId="{51CE8CBE-25B1-4C1D-8895-E28093C32C66}" destId="{2E4D6FC4-8296-416E-B450-9269EE39FD19}" srcOrd="3" destOrd="0" presId="urn:microsoft.com/office/officeart/2005/8/layout/matrix3"/>
    <dgm:cxn modelId="{A320D85B-6B18-444B-B985-85D4D685B60A}" type="presParOf" srcId="{51CE8CBE-25B1-4C1D-8895-E28093C32C66}" destId="{EC5DD484-7BC1-4FB3-81B9-1B15E0E74F27}"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63D5DC4-DE58-40C8-B678-BF19EF1F1F14}" type="doc">
      <dgm:prSet loTypeId="urn:microsoft.com/office/officeart/2005/8/layout/vList4" loCatId="list" qsTypeId="urn:microsoft.com/office/officeart/2005/8/quickstyle/simple3" qsCatId="simple" csTypeId="urn:microsoft.com/office/officeart/2005/8/colors/accent1_2" csCatId="accent1" phldr="1"/>
      <dgm:spPr/>
      <dgm:t>
        <a:bodyPr/>
        <a:lstStyle/>
        <a:p>
          <a:endParaRPr lang="en-US"/>
        </a:p>
      </dgm:t>
    </dgm:pt>
    <dgm:pt modelId="{3D206602-7B0C-45B5-BF21-48A7D966A457}">
      <dgm:prSet custT="1"/>
      <dgm:spPr/>
      <dgm:t>
        <a:bodyPr/>
        <a:lstStyle/>
        <a:p>
          <a:pPr algn="ctr">
            <a:lnSpc>
              <a:spcPct val="150000"/>
            </a:lnSpc>
          </a:pPr>
          <a:r>
            <a:rPr lang="en-US" sz="1800" b="1" dirty="0">
              <a:latin typeface="Arial Black" panose="020B0A04020102020204" pitchFamily="34" charset="0"/>
            </a:rPr>
            <a:t>Key Findings</a:t>
          </a:r>
          <a:br>
            <a:rPr lang="en-US" sz="1800" b="1" dirty="0">
              <a:latin typeface="Arial Black" panose="020B0A04020102020204" pitchFamily="34" charset="0"/>
            </a:rPr>
          </a:br>
          <a:r>
            <a:rPr lang="en-US" sz="1700" b="1" dirty="0">
              <a:latin typeface="Arial Black" panose="020B0A04020102020204" pitchFamily="34" charset="0"/>
            </a:rPr>
            <a:t>(1) Total Number of Medals by Country (Global Medal Distribution)</a:t>
          </a:r>
          <a:br>
            <a:rPr lang="en-US" sz="1700" b="1" dirty="0">
              <a:latin typeface="Arial Black" panose="020B0A04020102020204" pitchFamily="34" charset="0"/>
            </a:rPr>
          </a:br>
          <a:endParaRPr lang="en-US" sz="1700" dirty="0">
            <a:latin typeface="Arial Black" panose="020B0A04020102020204" pitchFamily="34" charset="0"/>
          </a:endParaRPr>
        </a:p>
      </dgm:t>
    </dgm:pt>
    <dgm:pt modelId="{5AC32AC0-E346-42B6-B123-1D77D7D9C457}" type="parTrans" cxnId="{40F96137-0C27-4649-AD22-FDE7421C7E41}">
      <dgm:prSet/>
      <dgm:spPr/>
      <dgm:t>
        <a:bodyPr/>
        <a:lstStyle/>
        <a:p>
          <a:endParaRPr lang="en-US"/>
        </a:p>
      </dgm:t>
    </dgm:pt>
    <dgm:pt modelId="{A6EDB6B5-6706-47A7-B3AB-83FC3218D85B}" type="sibTrans" cxnId="{40F96137-0C27-4649-AD22-FDE7421C7E41}">
      <dgm:prSet/>
      <dgm:spPr/>
      <dgm:t>
        <a:bodyPr/>
        <a:lstStyle/>
        <a:p>
          <a:endParaRPr lang="en-US"/>
        </a:p>
      </dgm:t>
    </dgm:pt>
    <dgm:pt modelId="{4766A40E-23C2-45B3-B8FD-1DABABA4ED03}" type="pres">
      <dgm:prSet presAssocID="{D63D5DC4-DE58-40C8-B678-BF19EF1F1F14}" presName="linear" presStyleCnt="0">
        <dgm:presLayoutVars>
          <dgm:dir/>
          <dgm:resizeHandles val="exact"/>
        </dgm:presLayoutVars>
      </dgm:prSet>
      <dgm:spPr/>
    </dgm:pt>
    <dgm:pt modelId="{BAA9B527-2F13-4F70-9280-3DA23306A9F6}" type="pres">
      <dgm:prSet presAssocID="{3D206602-7B0C-45B5-BF21-48A7D966A457}" presName="comp" presStyleCnt="0"/>
      <dgm:spPr/>
    </dgm:pt>
    <dgm:pt modelId="{F93E12E3-FED5-4088-B9B3-E895C0AC585D}" type="pres">
      <dgm:prSet presAssocID="{3D206602-7B0C-45B5-BF21-48A7D966A457}" presName="box" presStyleLbl="node1" presStyleIdx="0" presStyleCnt="1"/>
      <dgm:spPr/>
    </dgm:pt>
    <dgm:pt modelId="{D275E6F2-D92F-4352-A248-E61C5779F8CE}" type="pres">
      <dgm:prSet presAssocID="{3D206602-7B0C-45B5-BF21-48A7D966A457}" presName="img" presStyleLbl="fgImgPlace1" presStyleIdx="0" presStyleCnt="1" custScaleX="73495" custScaleY="125000" custLinFactNeighborX="-6491" custLinFactNeighborY="8312"/>
      <dgm:spPr>
        <a:blipFill>
          <a:blip xmlns:r="http://schemas.openxmlformats.org/officeDocument/2006/relationships" r:embed="rId1"/>
          <a:srcRect/>
          <a:stretch>
            <a:fillRect t="-39000" b="-39000"/>
          </a:stretch>
        </a:blipFill>
      </dgm:spPr>
    </dgm:pt>
    <dgm:pt modelId="{50C03D28-6B0C-4F34-B80A-E846B3ECA32D}" type="pres">
      <dgm:prSet presAssocID="{3D206602-7B0C-45B5-BF21-48A7D966A457}" presName="text" presStyleLbl="node1" presStyleIdx="0" presStyleCnt="1">
        <dgm:presLayoutVars>
          <dgm:bulletEnabled val="1"/>
        </dgm:presLayoutVars>
      </dgm:prSet>
      <dgm:spPr/>
    </dgm:pt>
  </dgm:ptLst>
  <dgm:cxnLst>
    <dgm:cxn modelId="{40F96137-0C27-4649-AD22-FDE7421C7E41}" srcId="{D63D5DC4-DE58-40C8-B678-BF19EF1F1F14}" destId="{3D206602-7B0C-45B5-BF21-48A7D966A457}" srcOrd="0" destOrd="0" parTransId="{5AC32AC0-E346-42B6-B123-1D77D7D9C457}" sibTransId="{A6EDB6B5-6706-47A7-B3AB-83FC3218D85B}"/>
    <dgm:cxn modelId="{8C13E491-9833-44AB-9705-BE2EF92CC81C}" type="presOf" srcId="{D63D5DC4-DE58-40C8-B678-BF19EF1F1F14}" destId="{4766A40E-23C2-45B3-B8FD-1DABABA4ED03}" srcOrd="0" destOrd="0" presId="urn:microsoft.com/office/officeart/2005/8/layout/vList4"/>
    <dgm:cxn modelId="{6F5524AB-24EB-447D-B584-1F0AEB4A1DBC}" type="presOf" srcId="{3D206602-7B0C-45B5-BF21-48A7D966A457}" destId="{F93E12E3-FED5-4088-B9B3-E895C0AC585D}" srcOrd="0" destOrd="0" presId="urn:microsoft.com/office/officeart/2005/8/layout/vList4"/>
    <dgm:cxn modelId="{39B0F4AD-A8AE-44E1-B2F2-66C8F8FFE413}" type="presOf" srcId="{3D206602-7B0C-45B5-BF21-48A7D966A457}" destId="{50C03D28-6B0C-4F34-B80A-E846B3ECA32D}" srcOrd="1" destOrd="0" presId="urn:microsoft.com/office/officeart/2005/8/layout/vList4"/>
    <dgm:cxn modelId="{27079AE3-0C10-48C3-984A-40BFE62115F0}" type="presParOf" srcId="{4766A40E-23C2-45B3-B8FD-1DABABA4ED03}" destId="{BAA9B527-2F13-4F70-9280-3DA23306A9F6}" srcOrd="0" destOrd="0" presId="urn:microsoft.com/office/officeart/2005/8/layout/vList4"/>
    <dgm:cxn modelId="{3BC300A1-AA2A-478B-A379-FE4F1B56D98F}" type="presParOf" srcId="{BAA9B527-2F13-4F70-9280-3DA23306A9F6}" destId="{F93E12E3-FED5-4088-B9B3-E895C0AC585D}" srcOrd="0" destOrd="0" presId="urn:microsoft.com/office/officeart/2005/8/layout/vList4"/>
    <dgm:cxn modelId="{BD4BDD99-B34E-484F-8C2B-59AA10D637A7}" type="presParOf" srcId="{BAA9B527-2F13-4F70-9280-3DA23306A9F6}" destId="{D275E6F2-D92F-4352-A248-E61C5779F8CE}" srcOrd="1" destOrd="0" presId="urn:microsoft.com/office/officeart/2005/8/layout/vList4"/>
    <dgm:cxn modelId="{7A02F1DD-1543-467D-99E9-E941A83AB665}" type="presParOf" srcId="{BAA9B527-2F13-4F70-9280-3DA23306A9F6}" destId="{50C03D28-6B0C-4F34-B80A-E846B3ECA32D}"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C244D8-B50F-4F3F-9D28-085AC0056BB1}" type="doc">
      <dgm:prSet loTypeId="urn:microsoft.com/office/officeart/2005/8/layout/hList6" loCatId="list" qsTypeId="urn:microsoft.com/office/officeart/2005/8/quickstyle/simple3" qsCatId="simple" csTypeId="urn:microsoft.com/office/officeart/2005/8/colors/colorful5" csCatId="colorful" phldr="1"/>
      <dgm:spPr/>
      <dgm:t>
        <a:bodyPr/>
        <a:lstStyle/>
        <a:p>
          <a:endParaRPr lang="en-US"/>
        </a:p>
      </dgm:t>
    </dgm:pt>
    <dgm:pt modelId="{397A5332-3C7C-45B5-892F-9925952E0BB5}">
      <dgm:prSet custT="1"/>
      <dgm:spPr/>
      <dgm:t>
        <a:bodyPr/>
        <a:lstStyle/>
        <a:p>
          <a:pPr>
            <a:lnSpc>
              <a:spcPct val="150000"/>
            </a:lnSpc>
          </a:pPr>
          <a:r>
            <a:rPr lang="en-US" sz="900" b="1">
              <a:latin typeface="Arial Black" panose="020B0A04020102020204" pitchFamily="34" charset="0"/>
            </a:rPr>
            <a:t>observation:</a:t>
          </a:r>
          <a:r>
            <a:rPr lang="en-US" sz="900">
              <a:latin typeface="Arial Black" panose="020B0A04020102020204" pitchFamily="34" charset="0"/>
            </a:rPr>
            <a:t> </a:t>
          </a:r>
        </a:p>
      </dgm:t>
    </dgm:pt>
    <dgm:pt modelId="{FFDAEFFB-24B7-48B8-9FA7-5DC4278E5CD4}" type="parTrans" cxnId="{1DEA1C71-CD70-4A18-8A0F-A04B82FB29DE}">
      <dgm:prSet/>
      <dgm:spPr/>
      <dgm:t>
        <a:bodyPr/>
        <a:lstStyle/>
        <a:p>
          <a:endParaRPr lang="en-US"/>
        </a:p>
      </dgm:t>
    </dgm:pt>
    <dgm:pt modelId="{FF1EB205-AA25-4D30-9397-35FD64B5E999}" type="sibTrans" cxnId="{1DEA1C71-CD70-4A18-8A0F-A04B82FB29DE}">
      <dgm:prSet/>
      <dgm:spPr/>
      <dgm:t>
        <a:bodyPr/>
        <a:lstStyle/>
        <a:p>
          <a:endParaRPr lang="en-US"/>
        </a:p>
      </dgm:t>
    </dgm:pt>
    <dgm:pt modelId="{282B3721-3099-47C0-8A80-10DFBF38A347}">
      <dgm:prSet custT="1"/>
      <dgm:spPr/>
      <dgm:t>
        <a:bodyPr/>
        <a:lstStyle/>
        <a:p>
          <a:pPr>
            <a:lnSpc>
              <a:spcPct val="150000"/>
            </a:lnSpc>
          </a:pPr>
          <a:r>
            <a:rPr lang="en-US" sz="900">
              <a:latin typeface="Arial Black" panose="020B0A04020102020204" pitchFamily="34" charset="0"/>
            </a:rPr>
            <a:t>Top Performers: United States (126 medals), China (91), Great Britain (65).</a:t>
          </a:r>
        </a:p>
      </dgm:t>
    </dgm:pt>
    <dgm:pt modelId="{15F01D7F-3967-407D-9D07-DAC63D87A36C}" type="parTrans" cxnId="{34729D68-C8FE-46F4-9713-72117250C4E8}">
      <dgm:prSet/>
      <dgm:spPr/>
      <dgm:t>
        <a:bodyPr/>
        <a:lstStyle/>
        <a:p>
          <a:endParaRPr lang="en-US"/>
        </a:p>
      </dgm:t>
    </dgm:pt>
    <dgm:pt modelId="{9854F596-8786-4358-9C12-C6BA48871127}" type="sibTrans" cxnId="{34729D68-C8FE-46F4-9713-72117250C4E8}">
      <dgm:prSet/>
      <dgm:spPr/>
      <dgm:t>
        <a:bodyPr/>
        <a:lstStyle/>
        <a:p>
          <a:endParaRPr lang="en-US"/>
        </a:p>
      </dgm:t>
    </dgm:pt>
    <dgm:pt modelId="{AE065691-F517-4431-8A55-0BD4F64565FB}">
      <dgm:prSet custT="1"/>
      <dgm:spPr/>
      <dgm:t>
        <a:bodyPr/>
        <a:lstStyle/>
        <a:p>
          <a:pPr>
            <a:lnSpc>
              <a:spcPct val="150000"/>
            </a:lnSpc>
          </a:pPr>
          <a:r>
            <a:rPr lang="en-US" sz="900" dirty="0">
              <a:latin typeface="Arial Black" panose="020B0A04020102020204" pitchFamily="34" charset="0"/>
            </a:rPr>
            <a:t>Regional Trends: North America and Asia dominate, with Europe showing strong but distributed performance.</a:t>
          </a:r>
        </a:p>
      </dgm:t>
    </dgm:pt>
    <dgm:pt modelId="{0B81239D-B598-4D85-A9F5-3FCB2B3A3CC1}" type="parTrans" cxnId="{3A75D5E6-81D2-4C82-B7A2-148EB0CD1D05}">
      <dgm:prSet/>
      <dgm:spPr/>
      <dgm:t>
        <a:bodyPr/>
        <a:lstStyle/>
        <a:p>
          <a:endParaRPr lang="en-US"/>
        </a:p>
      </dgm:t>
    </dgm:pt>
    <dgm:pt modelId="{CC1A33F8-5A9F-44BA-A547-F813C26E44C2}" type="sibTrans" cxnId="{3A75D5E6-81D2-4C82-B7A2-148EB0CD1D05}">
      <dgm:prSet/>
      <dgm:spPr/>
      <dgm:t>
        <a:bodyPr/>
        <a:lstStyle/>
        <a:p>
          <a:endParaRPr lang="en-US"/>
        </a:p>
      </dgm:t>
    </dgm:pt>
    <dgm:pt modelId="{6BB11A95-88D2-4B54-B8F8-EC67F56F3B15}">
      <dgm:prSet custT="1"/>
      <dgm:spPr/>
      <dgm:t>
        <a:bodyPr/>
        <a:lstStyle/>
        <a:p>
          <a:pPr>
            <a:lnSpc>
              <a:spcPct val="150000"/>
            </a:lnSpc>
          </a:pPr>
          <a:r>
            <a:rPr lang="en-US" sz="900">
              <a:latin typeface="Arial Black" panose="020B0A04020102020204" pitchFamily="34" charset="0"/>
            </a:rPr>
            <a:t>Total Medals: 1,043 awarded across 92 countries.</a:t>
          </a:r>
        </a:p>
      </dgm:t>
    </dgm:pt>
    <dgm:pt modelId="{1292C3B5-6ADA-464E-A340-1232C406C7FC}" type="parTrans" cxnId="{3E219D2A-031C-423B-B105-1049CBBED948}">
      <dgm:prSet/>
      <dgm:spPr/>
      <dgm:t>
        <a:bodyPr/>
        <a:lstStyle/>
        <a:p>
          <a:endParaRPr lang="en-US"/>
        </a:p>
      </dgm:t>
    </dgm:pt>
    <dgm:pt modelId="{3641FDB6-EA39-4145-89F8-FDF2C1411A2C}" type="sibTrans" cxnId="{3E219D2A-031C-423B-B105-1049CBBED948}">
      <dgm:prSet/>
      <dgm:spPr/>
      <dgm:t>
        <a:bodyPr/>
        <a:lstStyle/>
        <a:p>
          <a:endParaRPr lang="en-US"/>
        </a:p>
      </dgm:t>
    </dgm:pt>
    <dgm:pt modelId="{A3FBADED-5D10-4410-B471-6515CF10F02D}">
      <dgm:prSet custT="1"/>
      <dgm:spPr/>
      <dgm:t>
        <a:bodyPr/>
        <a:lstStyle/>
        <a:p>
          <a:pPr>
            <a:lnSpc>
              <a:spcPct val="150000"/>
            </a:lnSpc>
          </a:pPr>
          <a:r>
            <a:rPr lang="en-US" sz="1000" b="1">
              <a:latin typeface="Arial Black" panose="020B0A04020102020204" pitchFamily="34" charset="0"/>
            </a:rPr>
            <a:t>Insights</a:t>
          </a:r>
          <a:r>
            <a:rPr lang="en-US" sz="1000">
              <a:latin typeface="Arial Black" panose="020B0A04020102020204" pitchFamily="34" charset="0"/>
            </a:rPr>
            <a:t> :This map provides a geographic overview of medals won. Hovering over countries reveals exact totals. The US and China lead, highlighting their investment in sports infrastructure.</a:t>
          </a:r>
        </a:p>
      </dgm:t>
    </dgm:pt>
    <dgm:pt modelId="{BDC2C24F-7E5C-43D7-98B7-17D15326978F}" type="parTrans" cxnId="{28248A67-77CB-4FCD-A4A1-7A5F643DB3EC}">
      <dgm:prSet/>
      <dgm:spPr/>
      <dgm:t>
        <a:bodyPr/>
        <a:lstStyle/>
        <a:p>
          <a:endParaRPr lang="en-US"/>
        </a:p>
      </dgm:t>
    </dgm:pt>
    <dgm:pt modelId="{6BBBED12-B639-40A3-9E81-79A89BD8B92A}" type="sibTrans" cxnId="{28248A67-77CB-4FCD-A4A1-7A5F643DB3EC}">
      <dgm:prSet/>
      <dgm:spPr/>
      <dgm:t>
        <a:bodyPr/>
        <a:lstStyle/>
        <a:p>
          <a:endParaRPr lang="en-US"/>
        </a:p>
      </dgm:t>
    </dgm:pt>
    <dgm:pt modelId="{86B56B46-A903-4183-AD8F-E1AFBABA5A88}" type="pres">
      <dgm:prSet presAssocID="{F2C244D8-B50F-4F3F-9D28-085AC0056BB1}" presName="Name0" presStyleCnt="0">
        <dgm:presLayoutVars>
          <dgm:dir/>
          <dgm:resizeHandles val="exact"/>
        </dgm:presLayoutVars>
      </dgm:prSet>
      <dgm:spPr/>
    </dgm:pt>
    <dgm:pt modelId="{810AFEE7-D167-4F3C-AEB5-02AA6DB20CA1}" type="pres">
      <dgm:prSet presAssocID="{397A5332-3C7C-45B5-892F-9925952E0BB5}" presName="node" presStyleLbl="node1" presStyleIdx="0" presStyleCnt="2" custScaleX="2000000">
        <dgm:presLayoutVars>
          <dgm:bulletEnabled val="1"/>
        </dgm:presLayoutVars>
      </dgm:prSet>
      <dgm:spPr/>
    </dgm:pt>
    <dgm:pt modelId="{80CCB277-04F1-4FC5-9A27-7800FA7F217F}" type="pres">
      <dgm:prSet presAssocID="{FF1EB205-AA25-4D30-9397-35FD64B5E999}" presName="sibTrans" presStyleCnt="0"/>
      <dgm:spPr/>
    </dgm:pt>
    <dgm:pt modelId="{BB0AC8E0-ACF0-474B-9511-771259FBB1BC}" type="pres">
      <dgm:prSet presAssocID="{A3FBADED-5D10-4410-B471-6515CF10F02D}" presName="node" presStyleLbl="node1" presStyleIdx="1" presStyleCnt="2" custScaleX="2000000">
        <dgm:presLayoutVars>
          <dgm:bulletEnabled val="1"/>
        </dgm:presLayoutVars>
      </dgm:prSet>
      <dgm:spPr/>
    </dgm:pt>
  </dgm:ptLst>
  <dgm:cxnLst>
    <dgm:cxn modelId="{3E219D2A-031C-423B-B105-1049CBBED948}" srcId="{397A5332-3C7C-45B5-892F-9925952E0BB5}" destId="{6BB11A95-88D2-4B54-B8F8-EC67F56F3B15}" srcOrd="2" destOrd="0" parTransId="{1292C3B5-6ADA-464E-A340-1232C406C7FC}" sibTransId="{3641FDB6-EA39-4145-89F8-FDF2C1411A2C}"/>
    <dgm:cxn modelId="{28248A67-77CB-4FCD-A4A1-7A5F643DB3EC}" srcId="{F2C244D8-B50F-4F3F-9D28-085AC0056BB1}" destId="{A3FBADED-5D10-4410-B471-6515CF10F02D}" srcOrd="1" destOrd="0" parTransId="{BDC2C24F-7E5C-43D7-98B7-17D15326978F}" sibTransId="{6BBBED12-B639-40A3-9E81-79A89BD8B92A}"/>
    <dgm:cxn modelId="{34729D68-C8FE-46F4-9713-72117250C4E8}" srcId="{397A5332-3C7C-45B5-892F-9925952E0BB5}" destId="{282B3721-3099-47C0-8A80-10DFBF38A347}" srcOrd="0" destOrd="0" parTransId="{15F01D7F-3967-407D-9D07-DAC63D87A36C}" sibTransId="{9854F596-8786-4358-9C12-C6BA48871127}"/>
    <dgm:cxn modelId="{1DEA1C71-CD70-4A18-8A0F-A04B82FB29DE}" srcId="{F2C244D8-B50F-4F3F-9D28-085AC0056BB1}" destId="{397A5332-3C7C-45B5-892F-9925952E0BB5}" srcOrd="0" destOrd="0" parTransId="{FFDAEFFB-24B7-48B8-9FA7-5DC4278E5CD4}" sibTransId="{FF1EB205-AA25-4D30-9397-35FD64B5E999}"/>
    <dgm:cxn modelId="{48C18957-D81E-4310-A84F-72ED0DBB4F13}" type="presOf" srcId="{282B3721-3099-47C0-8A80-10DFBF38A347}" destId="{810AFEE7-D167-4F3C-AEB5-02AA6DB20CA1}" srcOrd="0" destOrd="1" presId="urn:microsoft.com/office/officeart/2005/8/layout/hList6"/>
    <dgm:cxn modelId="{BEBC3B7A-7002-4DAB-A9CE-509436D89220}" type="presOf" srcId="{AE065691-F517-4431-8A55-0BD4F64565FB}" destId="{810AFEE7-D167-4F3C-AEB5-02AA6DB20CA1}" srcOrd="0" destOrd="2" presId="urn:microsoft.com/office/officeart/2005/8/layout/hList6"/>
    <dgm:cxn modelId="{5ACAF08E-BCB4-413E-AC5F-DA4636870B42}" type="presOf" srcId="{6BB11A95-88D2-4B54-B8F8-EC67F56F3B15}" destId="{810AFEE7-D167-4F3C-AEB5-02AA6DB20CA1}" srcOrd="0" destOrd="3" presId="urn:microsoft.com/office/officeart/2005/8/layout/hList6"/>
    <dgm:cxn modelId="{A6A81490-64D1-4FB6-95C1-ED3971298F37}" type="presOf" srcId="{397A5332-3C7C-45B5-892F-9925952E0BB5}" destId="{810AFEE7-D167-4F3C-AEB5-02AA6DB20CA1}" srcOrd="0" destOrd="0" presId="urn:microsoft.com/office/officeart/2005/8/layout/hList6"/>
    <dgm:cxn modelId="{912B04D8-6EA2-46F3-9A1E-DA7DD9D09AC8}" type="presOf" srcId="{A3FBADED-5D10-4410-B471-6515CF10F02D}" destId="{BB0AC8E0-ACF0-474B-9511-771259FBB1BC}" srcOrd="0" destOrd="0" presId="urn:microsoft.com/office/officeart/2005/8/layout/hList6"/>
    <dgm:cxn modelId="{3A75D5E6-81D2-4C82-B7A2-148EB0CD1D05}" srcId="{397A5332-3C7C-45B5-892F-9925952E0BB5}" destId="{AE065691-F517-4431-8A55-0BD4F64565FB}" srcOrd="1" destOrd="0" parTransId="{0B81239D-B598-4D85-A9F5-3FCB2B3A3CC1}" sibTransId="{CC1A33F8-5A9F-44BA-A547-F813C26E44C2}"/>
    <dgm:cxn modelId="{6659A5FE-5743-452E-B244-3818420C9281}" type="presOf" srcId="{F2C244D8-B50F-4F3F-9D28-085AC0056BB1}" destId="{86B56B46-A903-4183-AD8F-E1AFBABA5A88}" srcOrd="0" destOrd="0" presId="urn:microsoft.com/office/officeart/2005/8/layout/hList6"/>
    <dgm:cxn modelId="{DCBBDFF8-EF71-40F9-90A3-AB4D29E2A9A3}" type="presParOf" srcId="{86B56B46-A903-4183-AD8F-E1AFBABA5A88}" destId="{810AFEE7-D167-4F3C-AEB5-02AA6DB20CA1}" srcOrd="0" destOrd="0" presId="urn:microsoft.com/office/officeart/2005/8/layout/hList6"/>
    <dgm:cxn modelId="{61E150EF-E390-44DF-A401-EED2E2E4D1B6}" type="presParOf" srcId="{86B56B46-A903-4183-AD8F-E1AFBABA5A88}" destId="{80CCB277-04F1-4FC5-9A27-7800FA7F217F}" srcOrd="1" destOrd="0" presId="urn:microsoft.com/office/officeart/2005/8/layout/hList6"/>
    <dgm:cxn modelId="{FA2405A1-7358-4EAD-A492-F39C895D2E0D}" type="presParOf" srcId="{86B56B46-A903-4183-AD8F-E1AFBABA5A88}" destId="{BB0AC8E0-ACF0-474B-9511-771259FBB1BC}" srcOrd="2" destOrd="0" presId="urn:microsoft.com/office/officeart/2005/8/layout/h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63D5DC4-DE58-40C8-B678-BF19EF1F1F14}" type="doc">
      <dgm:prSet loTypeId="urn:microsoft.com/office/officeart/2005/8/layout/vList4" loCatId="list" qsTypeId="urn:microsoft.com/office/officeart/2005/8/quickstyle/simple3" qsCatId="simple" csTypeId="urn:microsoft.com/office/officeart/2005/8/colors/accent1_2" csCatId="accent1" phldr="1"/>
      <dgm:spPr/>
      <dgm:t>
        <a:bodyPr/>
        <a:lstStyle/>
        <a:p>
          <a:endParaRPr lang="en-US"/>
        </a:p>
      </dgm:t>
    </dgm:pt>
    <dgm:pt modelId="{3D206602-7B0C-45B5-BF21-48A7D966A457}">
      <dgm:prSet custT="1"/>
      <dgm:spPr/>
      <dgm:t>
        <a:bodyPr/>
        <a:lstStyle/>
        <a:p>
          <a:pPr algn="l">
            <a:lnSpc>
              <a:spcPct val="150000"/>
            </a:lnSpc>
          </a:pPr>
          <a:br>
            <a:rPr lang="en-US" sz="1800" b="1" dirty="0">
              <a:latin typeface="Arial Black" panose="020B0A04020102020204" pitchFamily="34" charset="0"/>
            </a:rPr>
          </a:br>
          <a:r>
            <a:rPr lang="en-US" sz="1700" b="1" dirty="0">
              <a:latin typeface="Arial Black" panose="020B0A04020102020204" pitchFamily="34" charset="0"/>
            </a:rPr>
            <a:t>(2) Top Five Games by Athletes </a:t>
          </a:r>
          <a:br>
            <a:rPr lang="en-US" sz="1700" b="1" dirty="0">
              <a:latin typeface="Arial Black" panose="020B0A04020102020204" pitchFamily="34" charset="0"/>
            </a:rPr>
          </a:br>
          <a:endParaRPr lang="en-US" sz="1700" dirty="0">
            <a:latin typeface="Arial Black" panose="020B0A04020102020204" pitchFamily="34" charset="0"/>
          </a:endParaRPr>
        </a:p>
      </dgm:t>
    </dgm:pt>
    <dgm:pt modelId="{5AC32AC0-E346-42B6-B123-1D77D7D9C457}" type="parTrans" cxnId="{40F96137-0C27-4649-AD22-FDE7421C7E41}">
      <dgm:prSet/>
      <dgm:spPr/>
      <dgm:t>
        <a:bodyPr/>
        <a:lstStyle/>
        <a:p>
          <a:endParaRPr lang="en-US"/>
        </a:p>
      </dgm:t>
    </dgm:pt>
    <dgm:pt modelId="{A6EDB6B5-6706-47A7-B3AB-83FC3218D85B}" type="sibTrans" cxnId="{40F96137-0C27-4649-AD22-FDE7421C7E41}">
      <dgm:prSet/>
      <dgm:spPr/>
      <dgm:t>
        <a:bodyPr/>
        <a:lstStyle/>
        <a:p>
          <a:endParaRPr lang="en-US"/>
        </a:p>
      </dgm:t>
    </dgm:pt>
    <dgm:pt modelId="{4766A40E-23C2-45B3-B8FD-1DABABA4ED03}" type="pres">
      <dgm:prSet presAssocID="{D63D5DC4-DE58-40C8-B678-BF19EF1F1F14}" presName="linear" presStyleCnt="0">
        <dgm:presLayoutVars>
          <dgm:dir/>
          <dgm:resizeHandles val="exact"/>
        </dgm:presLayoutVars>
      </dgm:prSet>
      <dgm:spPr/>
    </dgm:pt>
    <dgm:pt modelId="{BAA9B527-2F13-4F70-9280-3DA23306A9F6}" type="pres">
      <dgm:prSet presAssocID="{3D206602-7B0C-45B5-BF21-48A7D966A457}" presName="comp" presStyleCnt="0"/>
      <dgm:spPr/>
    </dgm:pt>
    <dgm:pt modelId="{F93E12E3-FED5-4088-B9B3-E895C0AC585D}" type="pres">
      <dgm:prSet presAssocID="{3D206602-7B0C-45B5-BF21-48A7D966A457}" presName="box" presStyleLbl="node1" presStyleIdx="0" presStyleCnt="1"/>
      <dgm:spPr/>
    </dgm:pt>
    <dgm:pt modelId="{D275E6F2-D92F-4352-A248-E61C5779F8CE}" type="pres">
      <dgm:prSet presAssocID="{3D206602-7B0C-45B5-BF21-48A7D966A457}" presName="img" presStyleLbl="fgImgPlace1" presStyleIdx="0" presStyleCnt="1" custScaleX="73495" custScaleY="125000" custLinFactNeighborX="-6491" custLinFactNeighborY="8312"/>
      <dgm:spPr>
        <a:blipFill>
          <a:blip xmlns:r="http://schemas.openxmlformats.org/officeDocument/2006/relationships" r:embed="rId1"/>
          <a:srcRect/>
          <a:stretch>
            <a:fillRect t="-39000" b="-39000"/>
          </a:stretch>
        </a:blipFill>
      </dgm:spPr>
    </dgm:pt>
    <dgm:pt modelId="{50C03D28-6B0C-4F34-B80A-E846B3ECA32D}" type="pres">
      <dgm:prSet presAssocID="{3D206602-7B0C-45B5-BF21-48A7D966A457}" presName="text" presStyleLbl="node1" presStyleIdx="0" presStyleCnt="1">
        <dgm:presLayoutVars>
          <dgm:bulletEnabled val="1"/>
        </dgm:presLayoutVars>
      </dgm:prSet>
      <dgm:spPr/>
    </dgm:pt>
  </dgm:ptLst>
  <dgm:cxnLst>
    <dgm:cxn modelId="{40F96137-0C27-4649-AD22-FDE7421C7E41}" srcId="{D63D5DC4-DE58-40C8-B678-BF19EF1F1F14}" destId="{3D206602-7B0C-45B5-BF21-48A7D966A457}" srcOrd="0" destOrd="0" parTransId="{5AC32AC0-E346-42B6-B123-1D77D7D9C457}" sibTransId="{A6EDB6B5-6706-47A7-B3AB-83FC3218D85B}"/>
    <dgm:cxn modelId="{8C13E491-9833-44AB-9705-BE2EF92CC81C}" type="presOf" srcId="{D63D5DC4-DE58-40C8-B678-BF19EF1F1F14}" destId="{4766A40E-23C2-45B3-B8FD-1DABABA4ED03}" srcOrd="0" destOrd="0" presId="urn:microsoft.com/office/officeart/2005/8/layout/vList4"/>
    <dgm:cxn modelId="{6F5524AB-24EB-447D-B584-1F0AEB4A1DBC}" type="presOf" srcId="{3D206602-7B0C-45B5-BF21-48A7D966A457}" destId="{F93E12E3-FED5-4088-B9B3-E895C0AC585D}" srcOrd="0" destOrd="0" presId="urn:microsoft.com/office/officeart/2005/8/layout/vList4"/>
    <dgm:cxn modelId="{39B0F4AD-A8AE-44E1-B2F2-66C8F8FFE413}" type="presOf" srcId="{3D206602-7B0C-45B5-BF21-48A7D966A457}" destId="{50C03D28-6B0C-4F34-B80A-E846B3ECA32D}" srcOrd="1" destOrd="0" presId="urn:microsoft.com/office/officeart/2005/8/layout/vList4"/>
    <dgm:cxn modelId="{27079AE3-0C10-48C3-984A-40BFE62115F0}" type="presParOf" srcId="{4766A40E-23C2-45B3-B8FD-1DABABA4ED03}" destId="{BAA9B527-2F13-4F70-9280-3DA23306A9F6}" srcOrd="0" destOrd="0" presId="urn:microsoft.com/office/officeart/2005/8/layout/vList4"/>
    <dgm:cxn modelId="{3BC300A1-AA2A-478B-A379-FE4F1B56D98F}" type="presParOf" srcId="{BAA9B527-2F13-4F70-9280-3DA23306A9F6}" destId="{F93E12E3-FED5-4088-B9B3-E895C0AC585D}" srcOrd="0" destOrd="0" presId="urn:microsoft.com/office/officeart/2005/8/layout/vList4"/>
    <dgm:cxn modelId="{BD4BDD99-B34E-484F-8C2B-59AA10D637A7}" type="presParOf" srcId="{BAA9B527-2F13-4F70-9280-3DA23306A9F6}" destId="{D275E6F2-D92F-4352-A248-E61C5779F8CE}" srcOrd="1" destOrd="0" presId="urn:microsoft.com/office/officeart/2005/8/layout/vList4"/>
    <dgm:cxn modelId="{7A02F1DD-1543-467D-99E9-E941A83AB665}" type="presParOf" srcId="{BAA9B527-2F13-4F70-9280-3DA23306A9F6}" destId="{50C03D28-6B0C-4F34-B80A-E846B3ECA32D}"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2C244D8-B50F-4F3F-9D28-085AC0056BB1}" type="doc">
      <dgm:prSet loTypeId="urn:microsoft.com/office/officeart/2005/8/layout/hList6" loCatId="list" qsTypeId="urn:microsoft.com/office/officeart/2005/8/quickstyle/simple3" qsCatId="simple" csTypeId="urn:microsoft.com/office/officeart/2005/8/colors/colorful5" csCatId="colorful" phldr="1"/>
      <dgm:spPr/>
      <dgm:t>
        <a:bodyPr/>
        <a:lstStyle/>
        <a:p>
          <a:endParaRPr lang="en-US"/>
        </a:p>
      </dgm:t>
    </dgm:pt>
    <dgm:pt modelId="{86B56B46-A903-4183-AD8F-E1AFBABA5A88}" type="pres">
      <dgm:prSet presAssocID="{F2C244D8-B50F-4F3F-9D28-085AC0056BB1}" presName="Name0" presStyleCnt="0">
        <dgm:presLayoutVars>
          <dgm:dir/>
          <dgm:resizeHandles val="exact"/>
        </dgm:presLayoutVars>
      </dgm:prSet>
      <dgm:spPr/>
    </dgm:pt>
  </dgm:ptLst>
  <dgm:cxnLst>
    <dgm:cxn modelId="{6659A5FE-5743-452E-B244-3818420C9281}" type="presOf" srcId="{F2C244D8-B50F-4F3F-9D28-085AC0056BB1}" destId="{86B56B46-A903-4183-AD8F-E1AFBABA5A88}" srcOrd="0"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70F4897-DEC7-4B7A-B913-B7123CC512FA}" type="doc">
      <dgm:prSet loTypeId="urn:microsoft.com/office/officeart/2005/8/layout/hList6" loCatId="list" qsTypeId="urn:microsoft.com/office/officeart/2005/8/quickstyle/simple3" qsCatId="simple" csTypeId="urn:microsoft.com/office/officeart/2005/8/colors/accent6_1" csCatId="accent6" phldr="1"/>
      <dgm:spPr/>
      <dgm:t>
        <a:bodyPr/>
        <a:lstStyle/>
        <a:p>
          <a:endParaRPr lang="en-US"/>
        </a:p>
      </dgm:t>
    </dgm:pt>
    <dgm:pt modelId="{46BCFB74-3838-438D-A8CA-752AC1B276EB}">
      <dgm:prSet custT="1"/>
      <dgm:spPr/>
      <dgm:t>
        <a:bodyPr/>
        <a:lstStyle/>
        <a:p>
          <a:pPr>
            <a:lnSpc>
              <a:spcPct val="150000"/>
            </a:lnSpc>
          </a:pPr>
          <a:r>
            <a:rPr lang="en-US" sz="1200" b="1" dirty="0">
              <a:latin typeface="Arial Black" panose="020B0A04020102020204" pitchFamily="34" charset="0"/>
            </a:rPr>
            <a:t>Observation:</a:t>
          </a:r>
          <a:r>
            <a:rPr lang="en-US" sz="1100" dirty="0">
              <a:latin typeface="Arial Black" panose="020B0A04020102020204" pitchFamily="34" charset="0"/>
            </a:rPr>
            <a:t> </a:t>
          </a:r>
        </a:p>
      </dgm:t>
    </dgm:pt>
    <dgm:pt modelId="{C807E5DC-FB2C-4224-B002-98ED427F53E3}" type="parTrans" cxnId="{0C98888D-E6B3-47F8-B18D-E648458BBDC6}">
      <dgm:prSet/>
      <dgm:spPr/>
      <dgm:t>
        <a:bodyPr/>
        <a:lstStyle/>
        <a:p>
          <a:endParaRPr lang="en-US"/>
        </a:p>
      </dgm:t>
    </dgm:pt>
    <dgm:pt modelId="{C28A6D1C-9148-437C-A41E-67A7C0172E45}" type="sibTrans" cxnId="{0C98888D-E6B3-47F8-B18D-E648458BBDC6}">
      <dgm:prSet/>
      <dgm:spPr/>
      <dgm:t>
        <a:bodyPr/>
        <a:lstStyle/>
        <a:p>
          <a:endParaRPr lang="en-US"/>
        </a:p>
      </dgm:t>
    </dgm:pt>
    <dgm:pt modelId="{10BCFD98-2F02-4EB2-A0E4-DF1CA65F36E2}">
      <dgm:prSet custT="1"/>
      <dgm:spPr/>
      <dgm:t>
        <a:bodyPr/>
        <a:lstStyle/>
        <a:p>
          <a:pPr>
            <a:lnSpc>
              <a:spcPct val="150000"/>
            </a:lnSpc>
            <a:buSzPts val="1000"/>
            <a:buFont typeface="Symbol" panose="05050102010706020507" pitchFamily="18" charset="2"/>
            <a:buChar char=""/>
          </a:pPr>
          <a:r>
            <a:rPr lang="en-US" sz="1100" b="1" dirty="0">
              <a:latin typeface="Arial Black" panose="020B0A04020102020204" pitchFamily="34" charset="0"/>
            </a:rPr>
            <a:t>Athletics dominates with 2,018 total events/participants</a:t>
          </a:r>
          <a:endParaRPr lang="en-US" sz="1100" dirty="0">
            <a:latin typeface="Arial Black" panose="020B0A04020102020204" pitchFamily="34" charset="0"/>
          </a:endParaRPr>
        </a:p>
      </dgm:t>
    </dgm:pt>
    <dgm:pt modelId="{C3A64A9E-954F-4646-BC59-F6FA514D2A46}" type="parTrans" cxnId="{F98B467E-4FC4-43C4-9F9D-3AB38FC75426}">
      <dgm:prSet/>
      <dgm:spPr/>
      <dgm:t>
        <a:bodyPr/>
        <a:lstStyle/>
        <a:p>
          <a:endParaRPr lang="en-US"/>
        </a:p>
      </dgm:t>
    </dgm:pt>
    <dgm:pt modelId="{785A45A5-2479-4D80-881C-987DED5F53CF}" type="sibTrans" cxnId="{F98B467E-4FC4-43C4-9F9D-3AB38FC75426}">
      <dgm:prSet/>
      <dgm:spPr/>
      <dgm:t>
        <a:bodyPr/>
        <a:lstStyle/>
        <a:p>
          <a:endParaRPr lang="en-US"/>
        </a:p>
      </dgm:t>
    </dgm:pt>
    <dgm:pt modelId="{996FA211-8545-4906-854E-F2AA7974463B}">
      <dgm:prSet custT="1"/>
      <dgm:spPr/>
      <dgm:t>
        <a:bodyPr/>
        <a:lstStyle/>
        <a:p>
          <a:pPr>
            <a:lnSpc>
              <a:spcPct val="150000"/>
            </a:lnSpc>
            <a:buSzPts val="1000"/>
            <a:buFont typeface="Symbol" panose="05050102010706020507" pitchFamily="18" charset="2"/>
            <a:buChar char=""/>
          </a:pPr>
          <a:r>
            <a:rPr lang="en-US" sz="1100" b="1">
              <a:latin typeface="Arial Black" panose="020B0A04020102020204" pitchFamily="34" charset="0"/>
            </a:rPr>
            <a:t>Swimming shows strong engagement with 836 participants</a:t>
          </a:r>
          <a:endParaRPr lang="en-US" sz="1100">
            <a:latin typeface="Arial Black" panose="020B0A04020102020204" pitchFamily="34" charset="0"/>
          </a:endParaRPr>
        </a:p>
      </dgm:t>
    </dgm:pt>
    <dgm:pt modelId="{17711067-0B2F-4AE4-BBCE-7D0850FFA141}" type="parTrans" cxnId="{350CD1C1-4C68-4429-B37C-AB5E3AA6673B}">
      <dgm:prSet/>
      <dgm:spPr/>
      <dgm:t>
        <a:bodyPr/>
        <a:lstStyle/>
        <a:p>
          <a:endParaRPr lang="en-US"/>
        </a:p>
      </dgm:t>
    </dgm:pt>
    <dgm:pt modelId="{F91A09EF-DCE8-4560-A930-68889FE891E6}" type="sibTrans" cxnId="{350CD1C1-4C68-4429-B37C-AB5E3AA6673B}">
      <dgm:prSet/>
      <dgm:spPr/>
      <dgm:t>
        <a:bodyPr/>
        <a:lstStyle/>
        <a:p>
          <a:endParaRPr lang="en-US"/>
        </a:p>
      </dgm:t>
    </dgm:pt>
    <dgm:pt modelId="{45850660-E648-4A45-B722-DC416FFE9C67}">
      <dgm:prSet custT="1"/>
      <dgm:spPr/>
      <dgm:t>
        <a:bodyPr/>
        <a:lstStyle/>
        <a:p>
          <a:pPr>
            <a:lnSpc>
              <a:spcPct val="150000"/>
            </a:lnSpc>
            <a:buSzPts val="1000"/>
            <a:buFont typeface="Symbol" panose="05050102010706020507" pitchFamily="18" charset="2"/>
            <a:buChar char=""/>
          </a:pPr>
          <a:r>
            <a:rPr lang="en-US" sz="1100" b="1">
              <a:latin typeface="Arial Black" panose="020B0A04020102020204" pitchFamily="34" charset="0"/>
            </a:rPr>
            <a:t>Football maintains significant presence with 553 participants</a:t>
          </a:r>
          <a:endParaRPr lang="en-US" sz="1100">
            <a:latin typeface="Arial Black" panose="020B0A04020102020204" pitchFamily="34" charset="0"/>
          </a:endParaRPr>
        </a:p>
      </dgm:t>
    </dgm:pt>
    <dgm:pt modelId="{51197E7B-6ADC-4370-906A-6DF8B15DC3E1}" type="parTrans" cxnId="{68E95E4C-4EAC-40D4-B7D6-38384322E360}">
      <dgm:prSet/>
      <dgm:spPr/>
      <dgm:t>
        <a:bodyPr/>
        <a:lstStyle/>
        <a:p>
          <a:endParaRPr lang="en-US"/>
        </a:p>
      </dgm:t>
    </dgm:pt>
    <dgm:pt modelId="{1707E560-31B4-4F8B-BA08-C77A06016967}" type="sibTrans" cxnId="{68E95E4C-4EAC-40D4-B7D6-38384322E360}">
      <dgm:prSet/>
      <dgm:spPr/>
      <dgm:t>
        <a:bodyPr/>
        <a:lstStyle/>
        <a:p>
          <a:endParaRPr lang="en-US"/>
        </a:p>
      </dgm:t>
    </dgm:pt>
    <dgm:pt modelId="{F381552E-9DF1-4E5C-980B-0A9AB26A9CC4}">
      <dgm:prSet custT="1"/>
      <dgm:spPr/>
      <dgm:t>
        <a:bodyPr/>
        <a:lstStyle/>
        <a:p>
          <a:pPr>
            <a:lnSpc>
              <a:spcPct val="150000"/>
            </a:lnSpc>
            <a:buSzPts val="1000"/>
            <a:buFont typeface="Symbol" panose="05050102010706020507" pitchFamily="18" charset="2"/>
            <a:buChar char=""/>
          </a:pPr>
          <a:r>
            <a:rPr lang="en-US" sz="1100" b="1" dirty="0">
              <a:latin typeface="Arial Black" panose="020B0A04020102020204" pitchFamily="34" charset="0"/>
            </a:rPr>
            <a:t>Rowing and Hockey complete the top five most participated sports</a:t>
          </a:r>
          <a:endParaRPr lang="en-US" sz="1100" dirty="0">
            <a:latin typeface="Arial Black" panose="020B0A04020102020204" pitchFamily="34" charset="0"/>
          </a:endParaRPr>
        </a:p>
      </dgm:t>
    </dgm:pt>
    <dgm:pt modelId="{ADD9000C-B22B-4075-9B89-3033DD1BAABB}" type="parTrans" cxnId="{F84C5686-F6B6-47A7-A9A0-98548B9B571B}">
      <dgm:prSet/>
      <dgm:spPr/>
      <dgm:t>
        <a:bodyPr/>
        <a:lstStyle/>
        <a:p>
          <a:endParaRPr lang="en-US"/>
        </a:p>
      </dgm:t>
    </dgm:pt>
    <dgm:pt modelId="{6B2C124C-98CB-4915-8B04-BB7B91A09B90}" type="sibTrans" cxnId="{F84C5686-F6B6-47A7-A9A0-98548B9B571B}">
      <dgm:prSet/>
      <dgm:spPr/>
      <dgm:t>
        <a:bodyPr/>
        <a:lstStyle/>
        <a:p>
          <a:endParaRPr lang="en-US"/>
        </a:p>
      </dgm:t>
    </dgm:pt>
    <dgm:pt modelId="{D97A5D74-80FE-4946-8480-B04552CDB763}">
      <dgm:prSet custT="1"/>
      <dgm:spPr/>
      <dgm:t>
        <a:bodyPr/>
        <a:lstStyle/>
        <a:p>
          <a:pPr>
            <a:lnSpc>
              <a:spcPct val="150000"/>
            </a:lnSpc>
          </a:pPr>
          <a:r>
            <a:rPr lang="en-US" sz="1400" b="1" dirty="0">
              <a:latin typeface="Arial Black" panose="020B0A04020102020204" pitchFamily="34" charset="0"/>
            </a:rPr>
            <a:t>Insights:</a:t>
          </a:r>
          <a:r>
            <a:rPr lang="en-US" sz="1100" dirty="0">
              <a:latin typeface="Arial Black" panose="020B0A04020102020204" pitchFamily="34" charset="0"/>
            </a:rPr>
            <a:t> The chart highlights games with the largest athlete pools. Athletics stands out due to its variety of events, suggesting opportunities for broader talent development.</a:t>
          </a:r>
        </a:p>
      </dgm:t>
    </dgm:pt>
    <dgm:pt modelId="{D6B0F85E-B787-412C-8004-324EBEAF7594}" type="parTrans" cxnId="{59E65684-DA0C-44E3-A803-43FF87A191CC}">
      <dgm:prSet/>
      <dgm:spPr/>
      <dgm:t>
        <a:bodyPr/>
        <a:lstStyle/>
        <a:p>
          <a:endParaRPr lang="en-US"/>
        </a:p>
      </dgm:t>
    </dgm:pt>
    <dgm:pt modelId="{85E0EA4C-CB0E-4315-A708-7519497B9A4D}" type="sibTrans" cxnId="{59E65684-DA0C-44E3-A803-43FF87A191CC}">
      <dgm:prSet/>
      <dgm:spPr/>
      <dgm:t>
        <a:bodyPr/>
        <a:lstStyle/>
        <a:p>
          <a:endParaRPr lang="en-US"/>
        </a:p>
      </dgm:t>
    </dgm:pt>
    <dgm:pt modelId="{8BFFC2A5-03E4-48B1-AA79-542FD5FCAAFC}" type="pres">
      <dgm:prSet presAssocID="{870F4897-DEC7-4B7A-B913-B7123CC512FA}" presName="Name0" presStyleCnt="0">
        <dgm:presLayoutVars>
          <dgm:dir/>
          <dgm:resizeHandles val="exact"/>
        </dgm:presLayoutVars>
      </dgm:prSet>
      <dgm:spPr/>
    </dgm:pt>
    <dgm:pt modelId="{569EDEDA-FF23-479E-9C18-FE0F8E19C487}" type="pres">
      <dgm:prSet presAssocID="{46BCFB74-3838-438D-A8CA-752AC1B276EB}" presName="node" presStyleLbl="node1" presStyleIdx="0" presStyleCnt="2">
        <dgm:presLayoutVars>
          <dgm:bulletEnabled val="1"/>
        </dgm:presLayoutVars>
      </dgm:prSet>
      <dgm:spPr/>
    </dgm:pt>
    <dgm:pt modelId="{1ADFCA6A-3406-4DF3-AB30-96AF156BB487}" type="pres">
      <dgm:prSet presAssocID="{C28A6D1C-9148-437C-A41E-67A7C0172E45}" presName="sibTrans" presStyleCnt="0"/>
      <dgm:spPr/>
    </dgm:pt>
    <dgm:pt modelId="{01D47C5B-C22F-4BC0-8692-0C79175E9FD7}" type="pres">
      <dgm:prSet presAssocID="{D97A5D74-80FE-4946-8480-B04552CDB763}" presName="node" presStyleLbl="node1" presStyleIdx="1" presStyleCnt="2">
        <dgm:presLayoutVars>
          <dgm:bulletEnabled val="1"/>
        </dgm:presLayoutVars>
      </dgm:prSet>
      <dgm:spPr/>
    </dgm:pt>
  </dgm:ptLst>
  <dgm:cxnLst>
    <dgm:cxn modelId="{3F659A1D-6912-4581-876F-375A0450BC9B}" type="presOf" srcId="{D97A5D74-80FE-4946-8480-B04552CDB763}" destId="{01D47C5B-C22F-4BC0-8692-0C79175E9FD7}" srcOrd="0" destOrd="0" presId="urn:microsoft.com/office/officeart/2005/8/layout/hList6"/>
    <dgm:cxn modelId="{68E95E4C-4EAC-40D4-B7D6-38384322E360}" srcId="{46BCFB74-3838-438D-A8CA-752AC1B276EB}" destId="{45850660-E648-4A45-B722-DC416FFE9C67}" srcOrd="2" destOrd="0" parTransId="{51197E7B-6ADC-4370-906A-6DF8B15DC3E1}" sibTransId="{1707E560-31B4-4F8B-BA08-C77A06016967}"/>
    <dgm:cxn modelId="{F98B467E-4FC4-43C4-9F9D-3AB38FC75426}" srcId="{46BCFB74-3838-438D-A8CA-752AC1B276EB}" destId="{10BCFD98-2F02-4EB2-A0E4-DF1CA65F36E2}" srcOrd="0" destOrd="0" parTransId="{C3A64A9E-954F-4646-BC59-F6FA514D2A46}" sibTransId="{785A45A5-2479-4D80-881C-987DED5F53CF}"/>
    <dgm:cxn modelId="{59E65684-DA0C-44E3-A803-43FF87A191CC}" srcId="{870F4897-DEC7-4B7A-B913-B7123CC512FA}" destId="{D97A5D74-80FE-4946-8480-B04552CDB763}" srcOrd="1" destOrd="0" parTransId="{D6B0F85E-B787-412C-8004-324EBEAF7594}" sibTransId="{85E0EA4C-CB0E-4315-A708-7519497B9A4D}"/>
    <dgm:cxn modelId="{F84C5686-F6B6-47A7-A9A0-98548B9B571B}" srcId="{46BCFB74-3838-438D-A8CA-752AC1B276EB}" destId="{F381552E-9DF1-4E5C-980B-0A9AB26A9CC4}" srcOrd="3" destOrd="0" parTransId="{ADD9000C-B22B-4075-9B89-3033DD1BAABB}" sibTransId="{6B2C124C-98CB-4915-8B04-BB7B91A09B90}"/>
    <dgm:cxn modelId="{0C98888D-E6B3-47F8-B18D-E648458BBDC6}" srcId="{870F4897-DEC7-4B7A-B913-B7123CC512FA}" destId="{46BCFB74-3838-438D-A8CA-752AC1B276EB}" srcOrd="0" destOrd="0" parTransId="{C807E5DC-FB2C-4224-B002-98ED427F53E3}" sibTransId="{C28A6D1C-9148-437C-A41E-67A7C0172E45}"/>
    <dgm:cxn modelId="{AFA02997-662B-4BDF-8983-7E89E97DBD3A}" type="presOf" srcId="{10BCFD98-2F02-4EB2-A0E4-DF1CA65F36E2}" destId="{569EDEDA-FF23-479E-9C18-FE0F8E19C487}" srcOrd="0" destOrd="1" presId="urn:microsoft.com/office/officeart/2005/8/layout/hList6"/>
    <dgm:cxn modelId="{430CF0A2-C454-4D63-A732-C20FB42C5CA2}" type="presOf" srcId="{996FA211-8545-4906-854E-F2AA7974463B}" destId="{569EDEDA-FF23-479E-9C18-FE0F8E19C487}" srcOrd="0" destOrd="2" presId="urn:microsoft.com/office/officeart/2005/8/layout/hList6"/>
    <dgm:cxn modelId="{BFB028B3-4FA9-40BB-8ABD-1DF349051325}" type="presOf" srcId="{F381552E-9DF1-4E5C-980B-0A9AB26A9CC4}" destId="{569EDEDA-FF23-479E-9C18-FE0F8E19C487}" srcOrd="0" destOrd="4" presId="urn:microsoft.com/office/officeart/2005/8/layout/hList6"/>
    <dgm:cxn modelId="{350CD1C1-4C68-4429-B37C-AB5E3AA6673B}" srcId="{46BCFB74-3838-438D-A8CA-752AC1B276EB}" destId="{996FA211-8545-4906-854E-F2AA7974463B}" srcOrd="1" destOrd="0" parTransId="{17711067-0B2F-4AE4-BBCE-7D0850FFA141}" sibTransId="{F91A09EF-DCE8-4560-A930-68889FE891E6}"/>
    <dgm:cxn modelId="{D2E63EC8-B909-4F68-8CAA-6B2F713A5B7B}" type="presOf" srcId="{870F4897-DEC7-4B7A-B913-B7123CC512FA}" destId="{8BFFC2A5-03E4-48B1-AA79-542FD5FCAAFC}" srcOrd="0" destOrd="0" presId="urn:microsoft.com/office/officeart/2005/8/layout/hList6"/>
    <dgm:cxn modelId="{45A505D7-4ACC-4DDE-BCFD-7CE44DA0C0E8}" type="presOf" srcId="{46BCFB74-3838-438D-A8CA-752AC1B276EB}" destId="{569EDEDA-FF23-479E-9C18-FE0F8E19C487}" srcOrd="0" destOrd="0" presId="urn:microsoft.com/office/officeart/2005/8/layout/hList6"/>
    <dgm:cxn modelId="{672E6BF8-E4F7-4F51-88D4-14AA0734F81B}" type="presOf" srcId="{45850660-E648-4A45-B722-DC416FFE9C67}" destId="{569EDEDA-FF23-479E-9C18-FE0F8E19C487}" srcOrd="0" destOrd="3" presId="urn:microsoft.com/office/officeart/2005/8/layout/hList6"/>
    <dgm:cxn modelId="{C63A3222-E623-4942-B524-8D35731C0961}" type="presParOf" srcId="{8BFFC2A5-03E4-48B1-AA79-542FD5FCAAFC}" destId="{569EDEDA-FF23-479E-9C18-FE0F8E19C487}" srcOrd="0" destOrd="0" presId="urn:microsoft.com/office/officeart/2005/8/layout/hList6"/>
    <dgm:cxn modelId="{4078CE1F-06E9-4BF3-B5DB-77BB1800DA97}" type="presParOf" srcId="{8BFFC2A5-03E4-48B1-AA79-542FD5FCAAFC}" destId="{1ADFCA6A-3406-4DF3-AB30-96AF156BB487}" srcOrd="1" destOrd="0" presId="urn:microsoft.com/office/officeart/2005/8/layout/hList6"/>
    <dgm:cxn modelId="{FD4117BA-AD3D-407E-8B31-52A330BB6DF3}" type="presParOf" srcId="{8BFFC2A5-03E4-48B1-AA79-542FD5FCAAFC}" destId="{01D47C5B-C22F-4BC0-8692-0C79175E9FD7}" srcOrd="2" destOrd="0" presId="urn:microsoft.com/office/officeart/2005/8/layout/hList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63D5DC4-DE58-40C8-B678-BF19EF1F1F14}" type="doc">
      <dgm:prSet loTypeId="urn:microsoft.com/office/officeart/2005/8/layout/vList4" loCatId="list" qsTypeId="urn:microsoft.com/office/officeart/2005/8/quickstyle/simple3" qsCatId="simple" csTypeId="urn:microsoft.com/office/officeart/2005/8/colors/colorful4" csCatId="colorful" phldr="1"/>
      <dgm:spPr/>
      <dgm:t>
        <a:bodyPr/>
        <a:lstStyle/>
        <a:p>
          <a:endParaRPr lang="en-US"/>
        </a:p>
      </dgm:t>
    </dgm:pt>
    <dgm:pt modelId="{3D206602-7B0C-45B5-BF21-48A7D966A457}">
      <dgm:prSet custT="1"/>
      <dgm:spPr/>
      <dgm:t>
        <a:bodyPr/>
        <a:lstStyle/>
        <a:p>
          <a:pPr algn="ctr">
            <a:lnSpc>
              <a:spcPct val="150000"/>
            </a:lnSpc>
          </a:pPr>
          <a:br>
            <a:rPr lang="en-US" sz="1800" b="1" dirty="0">
              <a:latin typeface="Arial Black" panose="020B0A04020102020204" pitchFamily="34" charset="0"/>
            </a:rPr>
          </a:br>
          <a:r>
            <a:rPr lang="en-US" sz="1700" b="1" dirty="0">
              <a:latin typeface="Arial Black" panose="020B0A04020102020204" pitchFamily="34" charset="0"/>
            </a:rPr>
            <a:t>(3) Top Five Countries by Medals</a:t>
          </a:r>
          <a:br>
            <a:rPr lang="en-US" sz="1700" b="1" dirty="0">
              <a:latin typeface="Arial Black" panose="020B0A04020102020204" pitchFamily="34" charset="0"/>
            </a:rPr>
          </a:br>
          <a:endParaRPr lang="en-US" sz="1700" dirty="0">
            <a:latin typeface="Arial Black" panose="020B0A04020102020204" pitchFamily="34" charset="0"/>
          </a:endParaRPr>
        </a:p>
      </dgm:t>
    </dgm:pt>
    <dgm:pt modelId="{A6EDB6B5-6706-47A7-B3AB-83FC3218D85B}" type="sibTrans" cxnId="{40F96137-0C27-4649-AD22-FDE7421C7E41}">
      <dgm:prSet/>
      <dgm:spPr/>
      <dgm:t>
        <a:bodyPr/>
        <a:lstStyle/>
        <a:p>
          <a:endParaRPr lang="en-US"/>
        </a:p>
      </dgm:t>
    </dgm:pt>
    <dgm:pt modelId="{5AC32AC0-E346-42B6-B123-1D77D7D9C457}" type="parTrans" cxnId="{40F96137-0C27-4649-AD22-FDE7421C7E41}">
      <dgm:prSet/>
      <dgm:spPr/>
      <dgm:t>
        <a:bodyPr/>
        <a:lstStyle/>
        <a:p>
          <a:endParaRPr lang="en-US"/>
        </a:p>
      </dgm:t>
    </dgm:pt>
    <dgm:pt modelId="{4766A40E-23C2-45B3-B8FD-1DABABA4ED03}" type="pres">
      <dgm:prSet presAssocID="{D63D5DC4-DE58-40C8-B678-BF19EF1F1F14}" presName="linear" presStyleCnt="0">
        <dgm:presLayoutVars>
          <dgm:dir/>
          <dgm:resizeHandles val="exact"/>
        </dgm:presLayoutVars>
      </dgm:prSet>
      <dgm:spPr/>
    </dgm:pt>
    <dgm:pt modelId="{BAA9B527-2F13-4F70-9280-3DA23306A9F6}" type="pres">
      <dgm:prSet presAssocID="{3D206602-7B0C-45B5-BF21-48A7D966A457}" presName="comp" presStyleCnt="0"/>
      <dgm:spPr/>
    </dgm:pt>
    <dgm:pt modelId="{F93E12E3-FED5-4088-B9B3-E895C0AC585D}" type="pres">
      <dgm:prSet presAssocID="{3D206602-7B0C-45B5-BF21-48A7D966A457}" presName="box" presStyleLbl="node1" presStyleIdx="0" presStyleCnt="1"/>
      <dgm:spPr/>
    </dgm:pt>
    <dgm:pt modelId="{D275E6F2-D92F-4352-A248-E61C5779F8CE}" type="pres">
      <dgm:prSet presAssocID="{3D206602-7B0C-45B5-BF21-48A7D966A457}" presName="img" presStyleLbl="fgImgPlace1" presStyleIdx="0" presStyleCnt="1" custScaleX="71282" custScaleY="123118" custLinFactNeighborX="-1478" custLinFactNeighborY="-9415"/>
      <dgm:spPr>
        <a:blipFill>
          <a:blip xmlns:r="http://schemas.openxmlformats.org/officeDocument/2006/relationships" r:embed="rId1"/>
          <a:srcRect/>
          <a:stretch>
            <a:fillRect t="-39000" b="-39000"/>
          </a:stretch>
        </a:blipFill>
      </dgm:spPr>
    </dgm:pt>
    <dgm:pt modelId="{50C03D28-6B0C-4F34-B80A-E846B3ECA32D}" type="pres">
      <dgm:prSet presAssocID="{3D206602-7B0C-45B5-BF21-48A7D966A457}" presName="text" presStyleLbl="node1" presStyleIdx="0" presStyleCnt="1">
        <dgm:presLayoutVars>
          <dgm:bulletEnabled val="1"/>
        </dgm:presLayoutVars>
      </dgm:prSet>
      <dgm:spPr/>
    </dgm:pt>
  </dgm:ptLst>
  <dgm:cxnLst>
    <dgm:cxn modelId="{40F96137-0C27-4649-AD22-FDE7421C7E41}" srcId="{D63D5DC4-DE58-40C8-B678-BF19EF1F1F14}" destId="{3D206602-7B0C-45B5-BF21-48A7D966A457}" srcOrd="0" destOrd="0" parTransId="{5AC32AC0-E346-42B6-B123-1D77D7D9C457}" sibTransId="{A6EDB6B5-6706-47A7-B3AB-83FC3218D85B}"/>
    <dgm:cxn modelId="{8C13E491-9833-44AB-9705-BE2EF92CC81C}" type="presOf" srcId="{D63D5DC4-DE58-40C8-B678-BF19EF1F1F14}" destId="{4766A40E-23C2-45B3-B8FD-1DABABA4ED03}" srcOrd="0" destOrd="0" presId="urn:microsoft.com/office/officeart/2005/8/layout/vList4"/>
    <dgm:cxn modelId="{6F5524AB-24EB-447D-B584-1F0AEB4A1DBC}" type="presOf" srcId="{3D206602-7B0C-45B5-BF21-48A7D966A457}" destId="{F93E12E3-FED5-4088-B9B3-E895C0AC585D}" srcOrd="0" destOrd="0" presId="urn:microsoft.com/office/officeart/2005/8/layout/vList4"/>
    <dgm:cxn modelId="{39B0F4AD-A8AE-44E1-B2F2-66C8F8FFE413}" type="presOf" srcId="{3D206602-7B0C-45B5-BF21-48A7D966A457}" destId="{50C03D28-6B0C-4F34-B80A-E846B3ECA32D}" srcOrd="1" destOrd="0" presId="urn:microsoft.com/office/officeart/2005/8/layout/vList4"/>
    <dgm:cxn modelId="{27079AE3-0C10-48C3-984A-40BFE62115F0}" type="presParOf" srcId="{4766A40E-23C2-45B3-B8FD-1DABABA4ED03}" destId="{BAA9B527-2F13-4F70-9280-3DA23306A9F6}" srcOrd="0" destOrd="0" presId="urn:microsoft.com/office/officeart/2005/8/layout/vList4"/>
    <dgm:cxn modelId="{3BC300A1-AA2A-478B-A379-FE4F1B56D98F}" type="presParOf" srcId="{BAA9B527-2F13-4F70-9280-3DA23306A9F6}" destId="{F93E12E3-FED5-4088-B9B3-E895C0AC585D}" srcOrd="0" destOrd="0" presId="urn:microsoft.com/office/officeart/2005/8/layout/vList4"/>
    <dgm:cxn modelId="{BD4BDD99-B34E-484F-8C2B-59AA10D637A7}" type="presParOf" srcId="{BAA9B527-2F13-4F70-9280-3DA23306A9F6}" destId="{D275E6F2-D92F-4352-A248-E61C5779F8CE}" srcOrd="1" destOrd="0" presId="urn:microsoft.com/office/officeart/2005/8/layout/vList4"/>
    <dgm:cxn modelId="{7A02F1DD-1543-467D-99E9-E941A83AB665}" type="presParOf" srcId="{BAA9B527-2F13-4F70-9280-3DA23306A9F6}" destId="{50C03D28-6B0C-4F34-B80A-E846B3ECA32D}"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2C244D8-B50F-4F3F-9D28-085AC0056BB1}" type="doc">
      <dgm:prSet loTypeId="urn:microsoft.com/office/officeart/2005/8/layout/hList6" loCatId="list" qsTypeId="urn:microsoft.com/office/officeart/2005/8/quickstyle/simple3" qsCatId="simple" csTypeId="urn:microsoft.com/office/officeart/2005/8/colors/colorful5" csCatId="colorful" phldr="1"/>
      <dgm:spPr/>
      <dgm:t>
        <a:bodyPr/>
        <a:lstStyle/>
        <a:p>
          <a:endParaRPr lang="en-US"/>
        </a:p>
      </dgm:t>
    </dgm:pt>
    <dgm:pt modelId="{86B56B46-A903-4183-AD8F-E1AFBABA5A88}" type="pres">
      <dgm:prSet presAssocID="{F2C244D8-B50F-4F3F-9D28-085AC0056BB1}" presName="Name0" presStyleCnt="0">
        <dgm:presLayoutVars>
          <dgm:dir/>
          <dgm:resizeHandles val="exact"/>
        </dgm:presLayoutVars>
      </dgm:prSet>
      <dgm:spPr/>
    </dgm:pt>
  </dgm:ptLst>
  <dgm:cxnLst>
    <dgm:cxn modelId="{6659A5FE-5743-452E-B244-3818420C9281}" type="presOf" srcId="{F2C244D8-B50F-4F3F-9D28-085AC0056BB1}" destId="{86B56B46-A903-4183-AD8F-E1AFBABA5A88}" srcOrd="0"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70F4897-DEC7-4B7A-B913-B7123CC512FA}"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en-US"/>
        </a:p>
      </dgm:t>
    </dgm:pt>
    <dgm:pt modelId="{46BCFB74-3838-438D-A8CA-752AC1B276EB}">
      <dgm:prSet custT="1"/>
      <dgm:spPr/>
      <dgm:t>
        <a:bodyPr/>
        <a:lstStyle/>
        <a:p>
          <a:pPr>
            <a:lnSpc>
              <a:spcPct val="150000"/>
            </a:lnSpc>
            <a:buSzPts val="1000"/>
            <a:buFont typeface="Symbol" panose="05050102010706020507" pitchFamily="18" charset="2"/>
            <a:buChar char=""/>
          </a:pPr>
          <a:r>
            <a:rPr lang="en-US" sz="1100" b="1" dirty="0">
              <a:latin typeface="Arial Black" panose="020B0A04020102020204" pitchFamily="34" charset="0"/>
            </a:rPr>
            <a:t>Insights</a:t>
          </a:r>
          <a:r>
            <a:rPr lang="en-US" sz="1100" b="1" dirty="0"/>
            <a:t>:</a:t>
          </a:r>
          <a:r>
            <a:rPr lang="en-US" sz="1100" dirty="0"/>
            <a:t> </a:t>
          </a:r>
          <a:r>
            <a:rPr lang="en-US" sz="1100" b="1" dirty="0">
              <a:latin typeface="Arial Black" panose="020B0A04020102020204" pitchFamily="34" charset="0"/>
            </a:rPr>
            <a:t>Here, we see the medal breakdown for top countries. The US excels across all types of medals revealing the countries investment in athletes training and infrastructure, while China focuses on gold, reflecting strategic training emphases.</a:t>
          </a:r>
        </a:p>
      </dgm:t>
    </dgm:pt>
    <dgm:pt modelId="{C807E5DC-FB2C-4224-B002-98ED427F53E3}" type="parTrans" cxnId="{0C98888D-E6B3-47F8-B18D-E648458BBDC6}">
      <dgm:prSet/>
      <dgm:spPr/>
      <dgm:t>
        <a:bodyPr/>
        <a:lstStyle/>
        <a:p>
          <a:endParaRPr lang="en-US"/>
        </a:p>
      </dgm:t>
    </dgm:pt>
    <dgm:pt modelId="{C28A6D1C-9148-437C-A41E-67A7C0172E45}" type="sibTrans" cxnId="{0C98888D-E6B3-47F8-B18D-E648458BBDC6}">
      <dgm:prSet/>
      <dgm:spPr/>
      <dgm:t>
        <a:bodyPr/>
        <a:lstStyle/>
        <a:p>
          <a:endParaRPr lang="en-US"/>
        </a:p>
      </dgm:t>
    </dgm:pt>
    <dgm:pt modelId="{8F5F1530-96DA-47F0-9E85-7ADB50FEDA7E}">
      <dgm:prSet custT="1"/>
      <dgm:spPr/>
      <dgm:t>
        <a:bodyPr/>
        <a:lstStyle/>
        <a:p>
          <a:pPr>
            <a:lnSpc>
              <a:spcPct val="150000"/>
            </a:lnSpc>
            <a:buSzPts val="1000"/>
            <a:buFont typeface="Wingdings" panose="05000000000000000000" pitchFamily="2" charset="2"/>
            <a:buChar char=""/>
          </a:pPr>
          <a:r>
            <a:rPr lang="en-US" sz="1100" dirty="0">
              <a:latin typeface="Arial Black" panose="020B0A04020102020204" pitchFamily="34" charset="0"/>
            </a:rPr>
            <a:t>United States: Overall leader (126 total, 40 gold).</a:t>
          </a:r>
        </a:p>
      </dgm:t>
    </dgm:pt>
    <dgm:pt modelId="{CF42AE91-5CC2-419B-A07E-A2A774C1E02E}" type="parTrans" cxnId="{1D4B79A0-B9EE-4424-A0A6-3A91E6D4EA47}">
      <dgm:prSet/>
      <dgm:spPr/>
      <dgm:t>
        <a:bodyPr/>
        <a:lstStyle/>
        <a:p>
          <a:endParaRPr lang="en-US"/>
        </a:p>
      </dgm:t>
    </dgm:pt>
    <dgm:pt modelId="{6AEA0CF0-EAF6-488B-B1A1-5DE4BFD8FB44}" type="sibTrans" cxnId="{1D4B79A0-B9EE-4424-A0A6-3A91E6D4EA47}">
      <dgm:prSet/>
      <dgm:spPr/>
      <dgm:t>
        <a:bodyPr/>
        <a:lstStyle/>
        <a:p>
          <a:endParaRPr lang="en-US"/>
        </a:p>
      </dgm:t>
    </dgm:pt>
    <dgm:pt modelId="{38E57714-1EE1-4A11-A2C2-F178A0C19520}">
      <dgm:prSet custT="1"/>
      <dgm:spPr/>
      <dgm:t>
        <a:bodyPr/>
        <a:lstStyle/>
        <a:p>
          <a:pPr>
            <a:lnSpc>
              <a:spcPct val="150000"/>
            </a:lnSpc>
            <a:buSzPts val="1000"/>
            <a:buFont typeface="Wingdings" panose="05000000000000000000" pitchFamily="2" charset="2"/>
            <a:buChar char=""/>
          </a:pPr>
          <a:r>
            <a:rPr lang="en-US" sz="1100" dirty="0">
              <a:latin typeface="Arial Black" panose="020B0A04020102020204" pitchFamily="34" charset="0"/>
            </a:rPr>
            <a:t>Australia: Strong performance (53 total).</a:t>
          </a:r>
        </a:p>
      </dgm:t>
    </dgm:pt>
    <dgm:pt modelId="{7520308D-B844-4747-96E6-4418C74233E0}" type="parTrans" cxnId="{2D63E26B-4575-4AB8-AFB7-20DDB2E22CAB}">
      <dgm:prSet/>
      <dgm:spPr/>
      <dgm:t>
        <a:bodyPr/>
        <a:lstStyle/>
        <a:p>
          <a:endParaRPr lang="en-US"/>
        </a:p>
      </dgm:t>
    </dgm:pt>
    <dgm:pt modelId="{F78C15A1-848C-4830-A541-F3E25A7C72C3}" type="sibTrans" cxnId="{2D63E26B-4575-4AB8-AFB7-20DDB2E22CAB}">
      <dgm:prSet/>
      <dgm:spPr/>
      <dgm:t>
        <a:bodyPr/>
        <a:lstStyle/>
        <a:p>
          <a:endParaRPr lang="en-US"/>
        </a:p>
      </dgm:t>
    </dgm:pt>
    <dgm:pt modelId="{79817215-EADF-4DDF-B3DD-8EDCBC00AAFD}">
      <dgm:prSet custT="1"/>
      <dgm:spPr/>
      <dgm:t>
        <a:bodyPr/>
        <a:lstStyle/>
        <a:p>
          <a:pPr>
            <a:lnSpc>
              <a:spcPct val="150000"/>
            </a:lnSpc>
            <a:buSzPts val="1000"/>
            <a:buFont typeface="Wingdings" panose="05000000000000000000" pitchFamily="2" charset="2"/>
            <a:buChar char=""/>
          </a:pPr>
          <a:r>
            <a:rPr lang="en-US" sz="1100">
              <a:latin typeface="Arial Black" panose="020B0A04020102020204" pitchFamily="34" charset="0"/>
            </a:rPr>
            <a:t>France (host): 64 total.</a:t>
          </a:r>
        </a:p>
      </dgm:t>
    </dgm:pt>
    <dgm:pt modelId="{26F8DBD1-0E41-48E0-A03D-950D1D990DA4}" type="parTrans" cxnId="{398A84FF-8769-4EAD-825A-07784E4102A1}">
      <dgm:prSet/>
      <dgm:spPr/>
      <dgm:t>
        <a:bodyPr/>
        <a:lstStyle/>
        <a:p>
          <a:endParaRPr lang="en-US"/>
        </a:p>
      </dgm:t>
    </dgm:pt>
    <dgm:pt modelId="{6911358C-0E8E-40D3-AA0A-CD0876F630FF}" type="sibTrans" cxnId="{398A84FF-8769-4EAD-825A-07784E4102A1}">
      <dgm:prSet/>
      <dgm:spPr/>
      <dgm:t>
        <a:bodyPr/>
        <a:lstStyle/>
        <a:p>
          <a:endParaRPr lang="en-US"/>
        </a:p>
      </dgm:t>
    </dgm:pt>
    <dgm:pt modelId="{C3FCF7AC-8547-4049-9EED-1C9BEB4EA0E0}">
      <dgm:prSet custT="1"/>
      <dgm:spPr/>
      <dgm:t>
        <a:bodyPr/>
        <a:lstStyle/>
        <a:p>
          <a:pPr>
            <a:lnSpc>
              <a:spcPct val="150000"/>
            </a:lnSpc>
            <a:buSzPts val="1000"/>
            <a:buFont typeface="Wingdings" panose="05000000000000000000" pitchFamily="2" charset="2"/>
            <a:buChar char=""/>
          </a:pPr>
          <a:r>
            <a:rPr lang="en-US" sz="1100" dirty="0">
              <a:latin typeface="Arial Black" panose="020B0A04020102020204" pitchFamily="34" charset="0"/>
            </a:rPr>
            <a:t>Great Britain: 65 total.</a:t>
          </a:r>
        </a:p>
      </dgm:t>
    </dgm:pt>
    <dgm:pt modelId="{AD62AA52-6A5A-4D58-B371-DE7AB9262B57}" type="parTrans" cxnId="{21353B48-2870-4867-AFEE-698A75444F13}">
      <dgm:prSet/>
      <dgm:spPr/>
      <dgm:t>
        <a:bodyPr/>
        <a:lstStyle/>
        <a:p>
          <a:endParaRPr lang="en-US"/>
        </a:p>
      </dgm:t>
    </dgm:pt>
    <dgm:pt modelId="{8A351AFA-88F5-4E1C-A0CC-97E5CAF942EA}" type="sibTrans" cxnId="{21353B48-2870-4867-AFEE-698A75444F13}">
      <dgm:prSet/>
      <dgm:spPr/>
      <dgm:t>
        <a:bodyPr/>
        <a:lstStyle/>
        <a:p>
          <a:endParaRPr lang="en-US"/>
        </a:p>
      </dgm:t>
    </dgm:pt>
    <dgm:pt modelId="{0DDE6FBF-8B92-43DF-83D0-61C51298176A}">
      <dgm:prSet custT="1"/>
      <dgm:spPr/>
      <dgm:t>
        <a:bodyPr/>
        <a:lstStyle/>
        <a:p>
          <a:pPr>
            <a:lnSpc>
              <a:spcPct val="150000"/>
            </a:lnSpc>
            <a:buSzPts val="1000"/>
            <a:buFont typeface="Wingdings" panose="05000000000000000000" pitchFamily="2" charset="2"/>
            <a:buChar char=""/>
          </a:pPr>
          <a:r>
            <a:rPr lang="en-US" sz="1100" dirty="0">
              <a:latin typeface="Arial Black" panose="020B0A04020102020204" pitchFamily="34" charset="0"/>
            </a:rPr>
            <a:t>Trend: Balanced medal types indicate versatile athletic programs.</a:t>
          </a:r>
        </a:p>
      </dgm:t>
    </dgm:pt>
    <dgm:pt modelId="{8DACA7E6-B040-4962-B600-E43A8CB7F847}" type="parTrans" cxnId="{1BD39E24-BAA2-421A-AE90-38DD52BB0ABB}">
      <dgm:prSet/>
      <dgm:spPr/>
      <dgm:t>
        <a:bodyPr/>
        <a:lstStyle/>
        <a:p>
          <a:endParaRPr lang="en-US"/>
        </a:p>
      </dgm:t>
    </dgm:pt>
    <dgm:pt modelId="{8EE5BDD8-8A38-4D71-9960-0D7E3C6C6F03}" type="sibTrans" cxnId="{1BD39E24-BAA2-421A-AE90-38DD52BB0ABB}">
      <dgm:prSet/>
      <dgm:spPr/>
      <dgm:t>
        <a:bodyPr/>
        <a:lstStyle/>
        <a:p>
          <a:endParaRPr lang="en-US"/>
        </a:p>
      </dgm:t>
    </dgm:pt>
    <dgm:pt modelId="{AB7C1932-3A5C-425D-87B2-59A761554E50}">
      <dgm:prSet custT="1" custLinFactNeighborX="840" custLinFactNeighborY="-96336"/>
      <dgm:spPr/>
      <dgm:t>
        <a:bodyPr/>
        <a:lstStyle/>
        <a:p>
          <a:pPr>
            <a:lnSpc>
              <a:spcPct val="150000"/>
            </a:lnSpc>
            <a:buSzPts val="1000"/>
            <a:buFont typeface="Wingdings" panose="05000000000000000000" pitchFamily="2" charset="2"/>
            <a:buChar char=""/>
          </a:pPr>
          <a:r>
            <a:rPr lang="en-US" sz="1100">
              <a:latin typeface="Arial Black" panose="020B0A04020102020204" pitchFamily="34" charset="0"/>
            </a:rPr>
            <a:t>China: High gold count (40), balanced medals.</a:t>
          </a:r>
          <a:endParaRPr lang="en-US" sz="1100" dirty="0">
            <a:latin typeface="Arial Black" panose="020B0A04020102020204" pitchFamily="34" charset="0"/>
          </a:endParaRPr>
        </a:p>
      </dgm:t>
    </dgm:pt>
    <dgm:pt modelId="{DFB07D62-6E84-4EDF-96F5-BD044A8486A1}" type="parTrans" cxnId="{53D16DF7-D4CE-40BE-8A0C-83B655E34FF4}">
      <dgm:prSet/>
      <dgm:spPr/>
      <dgm:t>
        <a:bodyPr/>
        <a:lstStyle/>
        <a:p>
          <a:endParaRPr lang="en-US"/>
        </a:p>
      </dgm:t>
    </dgm:pt>
    <dgm:pt modelId="{74E2CA9D-0429-43C4-A86D-D365B05A2AF0}" type="sibTrans" cxnId="{53D16DF7-D4CE-40BE-8A0C-83B655E34FF4}">
      <dgm:prSet/>
      <dgm:spPr/>
      <dgm:t>
        <a:bodyPr/>
        <a:lstStyle/>
        <a:p>
          <a:endParaRPr lang="en-US"/>
        </a:p>
      </dgm:t>
    </dgm:pt>
    <dgm:pt modelId="{546113E8-4A15-4370-9C35-60D31B551519}" type="pres">
      <dgm:prSet presAssocID="{870F4897-DEC7-4B7A-B913-B7123CC512FA}" presName="linear" presStyleCnt="0">
        <dgm:presLayoutVars>
          <dgm:animLvl val="lvl"/>
          <dgm:resizeHandles val="exact"/>
        </dgm:presLayoutVars>
      </dgm:prSet>
      <dgm:spPr/>
    </dgm:pt>
    <dgm:pt modelId="{A30A902E-BBF2-4FB1-9DCF-77B421BCC8F6}" type="pres">
      <dgm:prSet presAssocID="{46BCFB74-3838-438D-A8CA-752AC1B276EB}" presName="parentText" presStyleLbl="node1" presStyleIdx="0" presStyleCnt="1" custLinFactY="14215" custLinFactNeighborX="2590" custLinFactNeighborY="100000">
        <dgm:presLayoutVars>
          <dgm:chMax val="0"/>
          <dgm:bulletEnabled val="1"/>
        </dgm:presLayoutVars>
      </dgm:prSet>
      <dgm:spPr/>
    </dgm:pt>
    <dgm:pt modelId="{A13351EB-EBB2-4DC7-968C-F3EED7834C89}" type="pres">
      <dgm:prSet presAssocID="{46BCFB74-3838-438D-A8CA-752AC1B276EB}" presName="childText" presStyleLbl="revTx" presStyleIdx="0" presStyleCnt="1" custLinFactNeighborX="840" custLinFactNeighborY="-96336">
        <dgm:presLayoutVars>
          <dgm:bulletEnabled val="1"/>
        </dgm:presLayoutVars>
      </dgm:prSet>
      <dgm:spPr/>
    </dgm:pt>
  </dgm:ptLst>
  <dgm:cxnLst>
    <dgm:cxn modelId="{AABF7E01-A557-427F-A755-19D5C79B519A}" type="presOf" srcId="{38E57714-1EE1-4A11-A2C2-F178A0C19520}" destId="{A13351EB-EBB2-4DC7-968C-F3EED7834C89}" srcOrd="0" destOrd="2" presId="urn:microsoft.com/office/officeart/2005/8/layout/vList2"/>
    <dgm:cxn modelId="{C6561F09-9315-43EF-9F5C-1A267B7F8946}" type="presOf" srcId="{46BCFB74-3838-438D-A8CA-752AC1B276EB}" destId="{A30A902E-BBF2-4FB1-9DCF-77B421BCC8F6}" srcOrd="0" destOrd="0" presId="urn:microsoft.com/office/officeart/2005/8/layout/vList2"/>
    <dgm:cxn modelId="{12308D1C-B39F-4420-B2B9-15E4BC2A4B08}" type="presOf" srcId="{8F5F1530-96DA-47F0-9E85-7ADB50FEDA7E}" destId="{A13351EB-EBB2-4DC7-968C-F3EED7834C89}" srcOrd="0" destOrd="0" presId="urn:microsoft.com/office/officeart/2005/8/layout/vList2"/>
    <dgm:cxn modelId="{1BD39E24-BAA2-421A-AE90-38DD52BB0ABB}" srcId="{46BCFB74-3838-438D-A8CA-752AC1B276EB}" destId="{0DDE6FBF-8B92-43DF-83D0-61C51298176A}" srcOrd="5" destOrd="0" parTransId="{8DACA7E6-B040-4962-B600-E43A8CB7F847}" sibTransId="{8EE5BDD8-8A38-4D71-9960-0D7E3C6C6F03}"/>
    <dgm:cxn modelId="{09FE602D-B655-414A-8D69-F6D798E8F6C4}" type="presOf" srcId="{0DDE6FBF-8B92-43DF-83D0-61C51298176A}" destId="{A13351EB-EBB2-4DC7-968C-F3EED7834C89}" srcOrd="0" destOrd="5" presId="urn:microsoft.com/office/officeart/2005/8/layout/vList2"/>
    <dgm:cxn modelId="{29248B37-A460-4969-88E6-7E9BD0D96AE1}" type="presOf" srcId="{AB7C1932-3A5C-425D-87B2-59A761554E50}" destId="{A13351EB-EBB2-4DC7-968C-F3EED7834C89}" srcOrd="0" destOrd="1" presId="urn:microsoft.com/office/officeart/2005/8/layout/vList2"/>
    <dgm:cxn modelId="{21353B48-2870-4867-AFEE-698A75444F13}" srcId="{46BCFB74-3838-438D-A8CA-752AC1B276EB}" destId="{C3FCF7AC-8547-4049-9EED-1C9BEB4EA0E0}" srcOrd="4" destOrd="0" parTransId="{AD62AA52-6A5A-4D58-B371-DE7AB9262B57}" sibTransId="{8A351AFA-88F5-4E1C-A0CC-97E5CAF942EA}"/>
    <dgm:cxn modelId="{2D63E26B-4575-4AB8-AFB7-20DDB2E22CAB}" srcId="{46BCFB74-3838-438D-A8CA-752AC1B276EB}" destId="{38E57714-1EE1-4A11-A2C2-F178A0C19520}" srcOrd="2" destOrd="0" parTransId="{7520308D-B844-4747-96E6-4418C74233E0}" sibTransId="{F78C15A1-848C-4830-A541-F3E25A7C72C3}"/>
    <dgm:cxn modelId="{E7B85689-3E8F-4996-AF14-6AB3964D12AE}" type="presOf" srcId="{79817215-EADF-4DDF-B3DD-8EDCBC00AAFD}" destId="{A13351EB-EBB2-4DC7-968C-F3EED7834C89}" srcOrd="0" destOrd="3" presId="urn:microsoft.com/office/officeart/2005/8/layout/vList2"/>
    <dgm:cxn modelId="{0C98888D-E6B3-47F8-B18D-E648458BBDC6}" srcId="{870F4897-DEC7-4B7A-B913-B7123CC512FA}" destId="{46BCFB74-3838-438D-A8CA-752AC1B276EB}" srcOrd="0" destOrd="0" parTransId="{C807E5DC-FB2C-4224-B002-98ED427F53E3}" sibTransId="{C28A6D1C-9148-437C-A41E-67A7C0172E45}"/>
    <dgm:cxn modelId="{1D4B79A0-B9EE-4424-A0A6-3A91E6D4EA47}" srcId="{46BCFB74-3838-438D-A8CA-752AC1B276EB}" destId="{8F5F1530-96DA-47F0-9E85-7ADB50FEDA7E}" srcOrd="0" destOrd="0" parTransId="{CF42AE91-5CC2-419B-A07E-A2A774C1E02E}" sibTransId="{6AEA0CF0-EAF6-488B-B1A1-5DE4BFD8FB44}"/>
    <dgm:cxn modelId="{BE2FFED9-268A-402F-988C-685B04D9FC75}" type="presOf" srcId="{C3FCF7AC-8547-4049-9EED-1C9BEB4EA0E0}" destId="{A13351EB-EBB2-4DC7-968C-F3EED7834C89}" srcOrd="0" destOrd="4" presId="urn:microsoft.com/office/officeart/2005/8/layout/vList2"/>
    <dgm:cxn modelId="{47AF33EA-E15C-48BE-ACB1-A23BD40871B6}" type="presOf" srcId="{870F4897-DEC7-4B7A-B913-B7123CC512FA}" destId="{546113E8-4A15-4370-9C35-60D31B551519}" srcOrd="0" destOrd="0" presId="urn:microsoft.com/office/officeart/2005/8/layout/vList2"/>
    <dgm:cxn modelId="{53D16DF7-D4CE-40BE-8A0C-83B655E34FF4}" srcId="{46BCFB74-3838-438D-A8CA-752AC1B276EB}" destId="{AB7C1932-3A5C-425D-87B2-59A761554E50}" srcOrd="1" destOrd="0" parTransId="{DFB07D62-6E84-4EDF-96F5-BD044A8486A1}" sibTransId="{74E2CA9D-0429-43C4-A86D-D365B05A2AF0}"/>
    <dgm:cxn modelId="{398A84FF-8769-4EAD-825A-07784E4102A1}" srcId="{46BCFB74-3838-438D-A8CA-752AC1B276EB}" destId="{79817215-EADF-4DDF-B3DD-8EDCBC00AAFD}" srcOrd="3" destOrd="0" parTransId="{26F8DBD1-0E41-48E0-A03D-950D1D990DA4}" sibTransId="{6911358C-0E8E-40D3-AA0A-CD0876F630FF}"/>
    <dgm:cxn modelId="{F8B27C6A-C666-4633-94E5-8C8FC11CD44E}" type="presParOf" srcId="{546113E8-4A15-4370-9C35-60D31B551519}" destId="{A30A902E-BBF2-4FB1-9DCF-77B421BCC8F6}" srcOrd="0" destOrd="0" presId="urn:microsoft.com/office/officeart/2005/8/layout/vList2"/>
    <dgm:cxn modelId="{5E35FFA4-F589-4B51-91DF-84E0AA5FA145}" type="presParOf" srcId="{546113E8-4A15-4370-9C35-60D31B551519}" destId="{A13351EB-EBB2-4DC7-968C-F3EED7834C89}" srcOrd="1"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63D5DC4-DE58-40C8-B678-BF19EF1F1F14}" type="doc">
      <dgm:prSet loTypeId="urn:microsoft.com/office/officeart/2005/8/layout/vList4" loCatId="list" qsTypeId="urn:microsoft.com/office/officeart/2005/8/quickstyle/simple3" qsCatId="simple" csTypeId="urn:microsoft.com/office/officeart/2005/8/colors/accent0_3" csCatId="mainScheme" phldr="1"/>
      <dgm:spPr/>
      <dgm:t>
        <a:bodyPr/>
        <a:lstStyle/>
        <a:p>
          <a:endParaRPr lang="en-US"/>
        </a:p>
      </dgm:t>
    </dgm:pt>
    <dgm:pt modelId="{3D206602-7B0C-45B5-BF21-48A7D966A457}">
      <dgm:prSet custT="1"/>
      <dgm:spPr/>
      <dgm:t>
        <a:bodyPr/>
        <a:lstStyle/>
        <a:p>
          <a:pPr algn="ctr">
            <a:lnSpc>
              <a:spcPct val="150000"/>
            </a:lnSpc>
          </a:pPr>
          <a:br>
            <a:rPr lang="en-US" sz="1800" b="1" dirty="0">
              <a:latin typeface="Arial Black" panose="020B0A04020102020204" pitchFamily="34" charset="0"/>
            </a:rPr>
          </a:br>
          <a:r>
            <a:rPr lang="en-US" sz="1700" b="1" dirty="0">
              <a:latin typeface="Arial Black" panose="020B0A04020102020204" pitchFamily="34" charset="0"/>
            </a:rPr>
            <a:t>(4) </a:t>
          </a:r>
          <a:r>
            <a:rPr lang="en-US" sz="1700" b="1" dirty="0"/>
            <a:t>Gold Medal Won by Top 7 Countries on Gender Based</a:t>
          </a:r>
          <a:br>
            <a:rPr lang="en-US" sz="1700" b="1" dirty="0">
              <a:latin typeface="Arial Black" panose="020B0A04020102020204" pitchFamily="34" charset="0"/>
            </a:rPr>
          </a:br>
          <a:endParaRPr lang="en-US" sz="1700" dirty="0">
            <a:latin typeface="Arial Black" panose="020B0A04020102020204" pitchFamily="34" charset="0"/>
          </a:endParaRPr>
        </a:p>
      </dgm:t>
    </dgm:pt>
    <dgm:pt modelId="{A6EDB6B5-6706-47A7-B3AB-83FC3218D85B}" type="sibTrans" cxnId="{40F96137-0C27-4649-AD22-FDE7421C7E41}">
      <dgm:prSet/>
      <dgm:spPr/>
      <dgm:t>
        <a:bodyPr/>
        <a:lstStyle/>
        <a:p>
          <a:endParaRPr lang="en-US"/>
        </a:p>
      </dgm:t>
    </dgm:pt>
    <dgm:pt modelId="{5AC32AC0-E346-42B6-B123-1D77D7D9C457}" type="parTrans" cxnId="{40F96137-0C27-4649-AD22-FDE7421C7E41}">
      <dgm:prSet/>
      <dgm:spPr/>
      <dgm:t>
        <a:bodyPr/>
        <a:lstStyle/>
        <a:p>
          <a:endParaRPr lang="en-US"/>
        </a:p>
      </dgm:t>
    </dgm:pt>
    <dgm:pt modelId="{4766A40E-23C2-45B3-B8FD-1DABABA4ED03}" type="pres">
      <dgm:prSet presAssocID="{D63D5DC4-DE58-40C8-B678-BF19EF1F1F14}" presName="linear" presStyleCnt="0">
        <dgm:presLayoutVars>
          <dgm:dir/>
          <dgm:resizeHandles val="exact"/>
        </dgm:presLayoutVars>
      </dgm:prSet>
      <dgm:spPr/>
    </dgm:pt>
    <dgm:pt modelId="{BAA9B527-2F13-4F70-9280-3DA23306A9F6}" type="pres">
      <dgm:prSet presAssocID="{3D206602-7B0C-45B5-BF21-48A7D966A457}" presName="comp" presStyleCnt="0"/>
      <dgm:spPr/>
    </dgm:pt>
    <dgm:pt modelId="{F93E12E3-FED5-4088-B9B3-E895C0AC585D}" type="pres">
      <dgm:prSet presAssocID="{3D206602-7B0C-45B5-BF21-48A7D966A457}" presName="box" presStyleLbl="node1" presStyleIdx="0" presStyleCnt="1"/>
      <dgm:spPr/>
    </dgm:pt>
    <dgm:pt modelId="{D275E6F2-D92F-4352-A248-E61C5779F8CE}" type="pres">
      <dgm:prSet presAssocID="{3D206602-7B0C-45B5-BF21-48A7D966A457}" presName="img" presStyleLbl="fgImgPlace1" presStyleIdx="0" presStyleCnt="1" custScaleX="71282" custScaleY="123118" custLinFactNeighborX="-1478" custLinFactNeighborY="-9415"/>
      <dgm:spPr>
        <a:blipFill>
          <a:blip xmlns:r="http://schemas.openxmlformats.org/officeDocument/2006/relationships" r:embed="rId1"/>
          <a:srcRect/>
          <a:stretch>
            <a:fillRect t="-39000" b="-39000"/>
          </a:stretch>
        </a:blipFill>
      </dgm:spPr>
    </dgm:pt>
    <dgm:pt modelId="{50C03D28-6B0C-4F34-B80A-E846B3ECA32D}" type="pres">
      <dgm:prSet presAssocID="{3D206602-7B0C-45B5-BF21-48A7D966A457}" presName="text" presStyleLbl="node1" presStyleIdx="0" presStyleCnt="1">
        <dgm:presLayoutVars>
          <dgm:bulletEnabled val="1"/>
        </dgm:presLayoutVars>
      </dgm:prSet>
      <dgm:spPr/>
    </dgm:pt>
  </dgm:ptLst>
  <dgm:cxnLst>
    <dgm:cxn modelId="{40F96137-0C27-4649-AD22-FDE7421C7E41}" srcId="{D63D5DC4-DE58-40C8-B678-BF19EF1F1F14}" destId="{3D206602-7B0C-45B5-BF21-48A7D966A457}" srcOrd="0" destOrd="0" parTransId="{5AC32AC0-E346-42B6-B123-1D77D7D9C457}" sibTransId="{A6EDB6B5-6706-47A7-B3AB-83FC3218D85B}"/>
    <dgm:cxn modelId="{8C13E491-9833-44AB-9705-BE2EF92CC81C}" type="presOf" srcId="{D63D5DC4-DE58-40C8-B678-BF19EF1F1F14}" destId="{4766A40E-23C2-45B3-B8FD-1DABABA4ED03}" srcOrd="0" destOrd="0" presId="urn:microsoft.com/office/officeart/2005/8/layout/vList4"/>
    <dgm:cxn modelId="{6F5524AB-24EB-447D-B584-1F0AEB4A1DBC}" type="presOf" srcId="{3D206602-7B0C-45B5-BF21-48A7D966A457}" destId="{F93E12E3-FED5-4088-B9B3-E895C0AC585D}" srcOrd="0" destOrd="0" presId="urn:microsoft.com/office/officeart/2005/8/layout/vList4"/>
    <dgm:cxn modelId="{39B0F4AD-A8AE-44E1-B2F2-66C8F8FFE413}" type="presOf" srcId="{3D206602-7B0C-45B5-BF21-48A7D966A457}" destId="{50C03D28-6B0C-4F34-B80A-E846B3ECA32D}" srcOrd="1" destOrd="0" presId="urn:microsoft.com/office/officeart/2005/8/layout/vList4"/>
    <dgm:cxn modelId="{27079AE3-0C10-48C3-984A-40BFE62115F0}" type="presParOf" srcId="{4766A40E-23C2-45B3-B8FD-1DABABA4ED03}" destId="{BAA9B527-2F13-4F70-9280-3DA23306A9F6}" srcOrd="0" destOrd="0" presId="urn:microsoft.com/office/officeart/2005/8/layout/vList4"/>
    <dgm:cxn modelId="{3BC300A1-AA2A-478B-A379-FE4F1B56D98F}" type="presParOf" srcId="{BAA9B527-2F13-4F70-9280-3DA23306A9F6}" destId="{F93E12E3-FED5-4088-B9B3-E895C0AC585D}" srcOrd="0" destOrd="0" presId="urn:microsoft.com/office/officeart/2005/8/layout/vList4"/>
    <dgm:cxn modelId="{BD4BDD99-B34E-484F-8C2B-59AA10D637A7}" type="presParOf" srcId="{BAA9B527-2F13-4F70-9280-3DA23306A9F6}" destId="{D275E6F2-D92F-4352-A248-E61C5779F8CE}" srcOrd="1" destOrd="0" presId="urn:microsoft.com/office/officeart/2005/8/layout/vList4"/>
    <dgm:cxn modelId="{7A02F1DD-1543-467D-99E9-E941A83AB665}" type="presParOf" srcId="{BAA9B527-2F13-4F70-9280-3DA23306A9F6}" destId="{50C03D28-6B0C-4F34-B80A-E846B3ECA32D}"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2C244D8-B50F-4F3F-9D28-085AC0056BB1}" type="doc">
      <dgm:prSet loTypeId="urn:microsoft.com/office/officeart/2005/8/layout/hList6" loCatId="list" qsTypeId="urn:microsoft.com/office/officeart/2005/8/quickstyle/simple3" qsCatId="simple" csTypeId="urn:microsoft.com/office/officeart/2005/8/colors/colorful5" csCatId="colorful" phldr="1"/>
      <dgm:spPr/>
      <dgm:t>
        <a:bodyPr/>
        <a:lstStyle/>
        <a:p>
          <a:endParaRPr lang="en-US"/>
        </a:p>
      </dgm:t>
    </dgm:pt>
    <dgm:pt modelId="{86B56B46-A903-4183-AD8F-E1AFBABA5A88}" type="pres">
      <dgm:prSet presAssocID="{F2C244D8-B50F-4F3F-9D28-085AC0056BB1}" presName="Name0" presStyleCnt="0">
        <dgm:presLayoutVars>
          <dgm:dir/>
          <dgm:resizeHandles val="exact"/>
        </dgm:presLayoutVars>
      </dgm:prSet>
      <dgm:spPr/>
    </dgm:pt>
  </dgm:ptLst>
  <dgm:cxnLst>
    <dgm:cxn modelId="{6659A5FE-5743-452E-B244-3818420C9281}" type="presOf" srcId="{F2C244D8-B50F-4F3F-9D28-085AC0056BB1}" destId="{86B56B46-A903-4183-AD8F-E1AFBABA5A88}" srcOrd="0"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70F4897-DEC7-4B7A-B913-B7123CC512FA}" type="doc">
      <dgm:prSet loTypeId="urn:microsoft.com/office/officeart/2005/8/layout/hList6" loCatId="list" qsTypeId="urn:microsoft.com/office/officeart/2005/8/quickstyle/simple5" qsCatId="simple" csTypeId="urn:microsoft.com/office/officeart/2005/8/colors/accent1_1" csCatId="accent1" phldr="1"/>
      <dgm:spPr/>
      <dgm:t>
        <a:bodyPr/>
        <a:lstStyle/>
        <a:p>
          <a:endParaRPr lang="en-US"/>
        </a:p>
      </dgm:t>
    </dgm:pt>
    <dgm:pt modelId="{367D6A19-CDB2-4BDA-9871-ECAFAF5D9768}">
      <dgm:prSet/>
      <dgm:spPr/>
      <dgm:t>
        <a:bodyPr/>
        <a:lstStyle/>
        <a:p>
          <a:r>
            <a:rPr lang="en-US" b="1"/>
            <a:t>Observation: </a:t>
          </a:r>
          <a:endParaRPr lang="en-US"/>
        </a:p>
      </dgm:t>
    </dgm:pt>
    <dgm:pt modelId="{92E3E3C8-F585-41C7-B288-136C1B5B3DC7}" type="parTrans" cxnId="{8DB36A05-123D-4071-946F-A059830C97AD}">
      <dgm:prSet/>
      <dgm:spPr/>
      <dgm:t>
        <a:bodyPr/>
        <a:lstStyle/>
        <a:p>
          <a:endParaRPr lang="en-US"/>
        </a:p>
      </dgm:t>
    </dgm:pt>
    <dgm:pt modelId="{9FDF74D5-6C56-4670-B71C-EB933C4CF9E5}" type="sibTrans" cxnId="{8DB36A05-123D-4071-946F-A059830C97AD}">
      <dgm:prSet/>
      <dgm:spPr/>
      <dgm:t>
        <a:bodyPr/>
        <a:lstStyle/>
        <a:p>
          <a:endParaRPr lang="en-US"/>
        </a:p>
      </dgm:t>
    </dgm:pt>
    <dgm:pt modelId="{1EF5086D-755E-401F-9B81-019E33EB3F1D}">
      <dgm:prSet/>
      <dgm:spPr/>
      <dgm:t>
        <a:bodyPr/>
        <a:lstStyle/>
        <a:p>
          <a:pPr>
            <a:lnSpc>
              <a:spcPct val="150000"/>
            </a:lnSpc>
            <a:buSzPts val="1000"/>
            <a:buFont typeface="Symbol" panose="05050102010706020507" pitchFamily="18" charset="2"/>
            <a:buChar char=""/>
          </a:pPr>
          <a:r>
            <a:rPr lang="en-US" b="1" dirty="0">
              <a:latin typeface="Arial Black" panose="020B0A04020102020204" pitchFamily="34" charset="0"/>
            </a:rPr>
            <a:t>Balanced gender performance</a:t>
          </a:r>
          <a:r>
            <a:rPr lang="en-US" dirty="0">
              <a:latin typeface="Arial Black" panose="020B0A04020102020204" pitchFamily="34" charset="0"/>
            </a:rPr>
            <a:t> across all major Olympic nations</a:t>
          </a:r>
        </a:p>
      </dgm:t>
    </dgm:pt>
    <dgm:pt modelId="{5DCA83C6-AAD9-4036-A6E3-2E245AEF3B40}" type="parTrans" cxnId="{146F4384-B753-42C0-8630-E190DFA6543E}">
      <dgm:prSet/>
      <dgm:spPr/>
      <dgm:t>
        <a:bodyPr/>
        <a:lstStyle/>
        <a:p>
          <a:endParaRPr lang="en-US"/>
        </a:p>
      </dgm:t>
    </dgm:pt>
    <dgm:pt modelId="{2236D2A3-340C-461E-8DDD-1F9F24B0EB5A}" type="sibTrans" cxnId="{146F4384-B753-42C0-8630-E190DFA6543E}">
      <dgm:prSet/>
      <dgm:spPr/>
      <dgm:t>
        <a:bodyPr/>
        <a:lstStyle/>
        <a:p>
          <a:endParaRPr lang="en-US"/>
        </a:p>
      </dgm:t>
    </dgm:pt>
    <dgm:pt modelId="{97AC6980-C6E0-4C63-9795-D7F757F2383F}">
      <dgm:prSet/>
      <dgm:spPr/>
      <dgm:t>
        <a:bodyPr/>
        <a:lstStyle/>
        <a:p>
          <a:pPr>
            <a:lnSpc>
              <a:spcPct val="150000"/>
            </a:lnSpc>
            <a:buSzPts val="1000"/>
            <a:buFont typeface="Symbol" panose="05050102010706020507" pitchFamily="18" charset="2"/>
            <a:buChar char=""/>
          </a:pPr>
          <a:r>
            <a:rPr lang="en-US" b="1" dirty="0">
              <a:latin typeface="Arial Black" panose="020B0A04020102020204" pitchFamily="34" charset="0"/>
            </a:rPr>
            <a:t>China and United States</a:t>
          </a:r>
          <a:r>
            <a:rPr lang="en-US" dirty="0">
              <a:latin typeface="Arial Black" panose="020B0A04020102020204" pitchFamily="34" charset="0"/>
            </a:rPr>
            <a:t> showing similar male-female gold medal ratios</a:t>
          </a:r>
        </a:p>
      </dgm:t>
    </dgm:pt>
    <dgm:pt modelId="{F1625D27-4B1D-48CF-87C2-DE5743A53E91}" type="parTrans" cxnId="{D8305802-312C-4509-8038-BE70739B9F95}">
      <dgm:prSet/>
      <dgm:spPr/>
      <dgm:t>
        <a:bodyPr/>
        <a:lstStyle/>
        <a:p>
          <a:endParaRPr lang="en-US"/>
        </a:p>
      </dgm:t>
    </dgm:pt>
    <dgm:pt modelId="{65D75AC0-C797-4477-A173-7B746C7FCC4D}" type="sibTrans" cxnId="{D8305802-312C-4509-8038-BE70739B9F95}">
      <dgm:prSet/>
      <dgm:spPr/>
      <dgm:t>
        <a:bodyPr/>
        <a:lstStyle/>
        <a:p>
          <a:endParaRPr lang="en-US"/>
        </a:p>
      </dgm:t>
    </dgm:pt>
    <dgm:pt modelId="{43D308E2-737F-474F-9FD2-5D7958F664C1}">
      <dgm:prSet/>
      <dgm:spPr/>
      <dgm:t>
        <a:bodyPr/>
        <a:lstStyle/>
        <a:p>
          <a:pPr>
            <a:lnSpc>
              <a:spcPct val="150000"/>
            </a:lnSpc>
            <a:buSzPts val="1000"/>
            <a:buFont typeface="Symbol" panose="05050102010706020507" pitchFamily="18" charset="2"/>
            <a:buChar char=""/>
          </a:pPr>
          <a:r>
            <a:rPr lang="en-US" b="1" dirty="0">
              <a:latin typeface="Arial Black" panose="020B0A04020102020204" pitchFamily="34" charset="0"/>
            </a:rPr>
            <a:t>Consistent patterns</a:t>
          </a:r>
          <a:r>
            <a:rPr lang="en-US" dirty="0">
              <a:latin typeface="Arial Black" panose="020B0A04020102020204" pitchFamily="34" charset="0"/>
            </a:rPr>
            <a:t> across different countries, indicating effective gender inclusion in elite sports programs</a:t>
          </a:r>
        </a:p>
      </dgm:t>
    </dgm:pt>
    <dgm:pt modelId="{F570FBFE-9B47-4936-BF19-C2BBD45FE41A}" type="parTrans" cxnId="{AF17B6B4-1065-4C36-8F04-DBDD57B85B42}">
      <dgm:prSet/>
      <dgm:spPr/>
      <dgm:t>
        <a:bodyPr/>
        <a:lstStyle/>
        <a:p>
          <a:endParaRPr lang="en-US"/>
        </a:p>
      </dgm:t>
    </dgm:pt>
    <dgm:pt modelId="{C4507D5B-FD63-492C-A335-483719054B9B}" type="sibTrans" cxnId="{AF17B6B4-1065-4C36-8F04-DBDD57B85B42}">
      <dgm:prSet/>
      <dgm:spPr/>
      <dgm:t>
        <a:bodyPr/>
        <a:lstStyle/>
        <a:p>
          <a:endParaRPr lang="en-US"/>
        </a:p>
      </dgm:t>
    </dgm:pt>
    <dgm:pt modelId="{9373B94E-66A4-4779-B006-3EAC912102DA}">
      <dgm:prSet custT="1"/>
      <dgm:spPr/>
      <dgm:t>
        <a:bodyPr/>
        <a:lstStyle/>
        <a:p>
          <a:pPr>
            <a:lnSpc>
              <a:spcPct val="150000"/>
            </a:lnSpc>
          </a:pPr>
          <a:r>
            <a:rPr lang="en-US" sz="1400" b="1" dirty="0">
              <a:latin typeface="Arial Black" panose="020B0A04020102020204" pitchFamily="34" charset="0"/>
            </a:rPr>
            <a:t>Insights : This chart reveals gender equity in gold medals aligning with Olympic gender parity goals.</a:t>
          </a:r>
          <a:endParaRPr lang="en-US" sz="1400" dirty="0">
            <a:latin typeface="Arial Black" panose="020B0A04020102020204" pitchFamily="34" charset="0"/>
          </a:endParaRPr>
        </a:p>
      </dgm:t>
    </dgm:pt>
    <dgm:pt modelId="{BC5FEA08-D773-4B14-88DC-C8137065214A}" type="parTrans" cxnId="{DCB9E67B-78DE-49CF-A5AE-9C6EA5513328}">
      <dgm:prSet/>
      <dgm:spPr/>
      <dgm:t>
        <a:bodyPr/>
        <a:lstStyle/>
        <a:p>
          <a:endParaRPr lang="en-US"/>
        </a:p>
      </dgm:t>
    </dgm:pt>
    <dgm:pt modelId="{1F82546B-CDED-458F-9086-8B0756E12A38}" type="sibTrans" cxnId="{DCB9E67B-78DE-49CF-A5AE-9C6EA5513328}">
      <dgm:prSet/>
      <dgm:spPr/>
      <dgm:t>
        <a:bodyPr/>
        <a:lstStyle/>
        <a:p>
          <a:endParaRPr lang="en-US"/>
        </a:p>
      </dgm:t>
    </dgm:pt>
    <dgm:pt modelId="{28A1A3A8-28C2-4EE5-8424-E2904FF9A1FE}" type="pres">
      <dgm:prSet presAssocID="{870F4897-DEC7-4B7A-B913-B7123CC512FA}" presName="Name0" presStyleCnt="0">
        <dgm:presLayoutVars>
          <dgm:dir/>
          <dgm:resizeHandles val="exact"/>
        </dgm:presLayoutVars>
      </dgm:prSet>
      <dgm:spPr/>
    </dgm:pt>
    <dgm:pt modelId="{6F6CCC4B-212A-423A-8980-1268962B275A}" type="pres">
      <dgm:prSet presAssocID="{367D6A19-CDB2-4BDA-9871-ECAFAF5D9768}" presName="node" presStyleLbl="node1" presStyleIdx="0" presStyleCnt="2">
        <dgm:presLayoutVars>
          <dgm:bulletEnabled val="1"/>
        </dgm:presLayoutVars>
      </dgm:prSet>
      <dgm:spPr/>
    </dgm:pt>
    <dgm:pt modelId="{9C96F8B6-C8E9-417F-B054-967F493F32EF}" type="pres">
      <dgm:prSet presAssocID="{9FDF74D5-6C56-4670-B71C-EB933C4CF9E5}" presName="sibTrans" presStyleCnt="0"/>
      <dgm:spPr/>
    </dgm:pt>
    <dgm:pt modelId="{19906F66-393F-44AC-883F-B7E592B17808}" type="pres">
      <dgm:prSet presAssocID="{9373B94E-66A4-4779-B006-3EAC912102DA}" presName="node" presStyleLbl="node1" presStyleIdx="1" presStyleCnt="2">
        <dgm:presLayoutVars>
          <dgm:bulletEnabled val="1"/>
        </dgm:presLayoutVars>
      </dgm:prSet>
      <dgm:spPr/>
    </dgm:pt>
  </dgm:ptLst>
  <dgm:cxnLst>
    <dgm:cxn modelId="{D8305802-312C-4509-8038-BE70739B9F95}" srcId="{367D6A19-CDB2-4BDA-9871-ECAFAF5D9768}" destId="{97AC6980-C6E0-4C63-9795-D7F757F2383F}" srcOrd="1" destOrd="0" parTransId="{F1625D27-4B1D-48CF-87C2-DE5743A53E91}" sibTransId="{65D75AC0-C797-4477-A173-7B746C7FCC4D}"/>
    <dgm:cxn modelId="{8DB36A05-123D-4071-946F-A059830C97AD}" srcId="{870F4897-DEC7-4B7A-B913-B7123CC512FA}" destId="{367D6A19-CDB2-4BDA-9871-ECAFAF5D9768}" srcOrd="0" destOrd="0" parTransId="{92E3E3C8-F585-41C7-B288-136C1B5B3DC7}" sibTransId="{9FDF74D5-6C56-4670-B71C-EB933C4CF9E5}"/>
    <dgm:cxn modelId="{6C929E69-A0E8-4394-92BA-937C6BFE7282}" type="presOf" srcId="{97AC6980-C6E0-4C63-9795-D7F757F2383F}" destId="{6F6CCC4B-212A-423A-8980-1268962B275A}" srcOrd="0" destOrd="2" presId="urn:microsoft.com/office/officeart/2005/8/layout/hList6"/>
    <dgm:cxn modelId="{DCB9E67B-78DE-49CF-A5AE-9C6EA5513328}" srcId="{870F4897-DEC7-4B7A-B913-B7123CC512FA}" destId="{9373B94E-66A4-4779-B006-3EAC912102DA}" srcOrd="1" destOrd="0" parTransId="{BC5FEA08-D773-4B14-88DC-C8137065214A}" sibTransId="{1F82546B-CDED-458F-9086-8B0756E12A38}"/>
    <dgm:cxn modelId="{146F4384-B753-42C0-8630-E190DFA6543E}" srcId="{367D6A19-CDB2-4BDA-9871-ECAFAF5D9768}" destId="{1EF5086D-755E-401F-9B81-019E33EB3F1D}" srcOrd="0" destOrd="0" parTransId="{5DCA83C6-AAD9-4036-A6E3-2E245AEF3B40}" sibTransId="{2236D2A3-340C-461E-8DDD-1F9F24B0EB5A}"/>
    <dgm:cxn modelId="{A60BBB8D-F505-4567-B9CE-FCE353A06DDA}" type="presOf" srcId="{870F4897-DEC7-4B7A-B913-B7123CC512FA}" destId="{28A1A3A8-28C2-4EE5-8424-E2904FF9A1FE}" srcOrd="0" destOrd="0" presId="urn:microsoft.com/office/officeart/2005/8/layout/hList6"/>
    <dgm:cxn modelId="{DDF1C591-A90F-4740-8DFC-6E4CCF99CC3B}" type="presOf" srcId="{9373B94E-66A4-4779-B006-3EAC912102DA}" destId="{19906F66-393F-44AC-883F-B7E592B17808}" srcOrd="0" destOrd="0" presId="urn:microsoft.com/office/officeart/2005/8/layout/hList6"/>
    <dgm:cxn modelId="{A6AA6C98-79C1-429A-9B4D-4C0084841B6A}" type="presOf" srcId="{1EF5086D-755E-401F-9B81-019E33EB3F1D}" destId="{6F6CCC4B-212A-423A-8980-1268962B275A}" srcOrd="0" destOrd="1" presId="urn:microsoft.com/office/officeart/2005/8/layout/hList6"/>
    <dgm:cxn modelId="{AF17B6B4-1065-4C36-8F04-DBDD57B85B42}" srcId="{367D6A19-CDB2-4BDA-9871-ECAFAF5D9768}" destId="{43D308E2-737F-474F-9FD2-5D7958F664C1}" srcOrd="2" destOrd="0" parTransId="{F570FBFE-9B47-4936-BF19-C2BBD45FE41A}" sibTransId="{C4507D5B-FD63-492C-A335-483719054B9B}"/>
    <dgm:cxn modelId="{11D8E9C8-18D0-489E-862D-435D4C1636C9}" type="presOf" srcId="{43D308E2-737F-474F-9FD2-5D7958F664C1}" destId="{6F6CCC4B-212A-423A-8980-1268962B275A}" srcOrd="0" destOrd="3" presId="urn:microsoft.com/office/officeart/2005/8/layout/hList6"/>
    <dgm:cxn modelId="{B8A51DFD-8F7A-4D7C-A794-3CACC00369F4}" type="presOf" srcId="{367D6A19-CDB2-4BDA-9871-ECAFAF5D9768}" destId="{6F6CCC4B-212A-423A-8980-1268962B275A}" srcOrd="0" destOrd="0" presId="urn:microsoft.com/office/officeart/2005/8/layout/hList6"/>
    <dgm:cxn modelId="{F249C25E-0320-4802-8ED5-C9A2A06D2340}" type="presParOf" srcId="{28A1A3A8-28C2-4EE5-8424-E2904FF9A1FE}" destId="{6F6CCC4B-212A-423A-8980-1268962B275A}" srcOrd="0" destOrd="0" presId="urn:microsoft.com/office/officeart/2005/8/layout/hList6"/>
    <dgm:cxn modelId="{B91A63A1-A2BA-4DF8-BC12-7D71E9F0BBEC}" type="presParOf" srcId="{28A1A3A8-28C2-4EE5-8424-E2904FF9A1FE}" destId="{9C96F8B6-C8E9-417F-B054-967F493F32EF}" srcOrd="1" destOrd="0" presId="urn:microsoft.com/office/officeart/2005/8/layout/hList6"/>
    <dgm:cxn modelId="{BBEEBA67-735C-49DA-B401-C4EDA3D3E01F}" type="presParOf" srcId="{28A1A3A8-28C2-4EE5-8424-E2904FF9A1FE}" destId="{19906F66-393F-44AC-883F-B7E592B17808}" srcOrd="2" destOrd="0" presId="urn:microsoft.com/office/officeart/2005/8/layout/hList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63D5DC4-DE58-40C8-B678-BF19EF1F1F14}" type="doc">
      <dgm:prSet loTypeId="urn:microsoft.com/office/officeart/2005/8/layout/vList4" loCatId="list" qsTypeId="urn:microsoft.com/office/officeart/2005/8/quickstyle/simple3" qsCatId="simple" csTypeId="urn:microsoft.com/office/officeart/2005/8/colors/colorful5" csCatId="colorful" phldr="1"/>
      <dgm:spPr/>
      <dgm:t>
        <a:bodyPr/>
        <a:lstStyle/>
        <a:p>
          <a:endParaRPr lang="en-US"/>
        </a:p>
      </dgm:t>
    </dgm:pt>
    <dgm:pt modelId="{3D206602-7B0C-45B5-BF21-48A7D966A457}">
      <dgm:prSet custT="1"/>
      <dgm:spPr/>
      <dgm:t>
        <a:bodyPr/>
        <a:lstStyle/>
        <a:p>
          <a:pPr algn="ctr">
            <a:lnSpc>
              <a:spcPct val="150000"/>
            </a:lnSpc>
          </a:pPr>
          <a:br>
            <a:rPr lang="en-US" sz="1800" b="1" dirty="0">
              <a:latin typeface="Arial Black" panose="020B0A04020102020204" pitchFamily="34" charset="0"/>
            </a:rPr>
          </a:br>
          <a:r>
            <a:rPr lang="en-US" sz="1700" b="1" dirty="0">
              <a:latin typeface="Arial Black" panose="020B0A04020102020204" pitchFamily="34" charset="0"/>
            </a:rPr>
            <a:t>(5) </a:t>
          </a:r>
          <a:r>
            <a:rPr lang="en-US" sz="1700" b="1" dirty="0"/>
            <a:t>Athlete Events Participation by Age Group</a:t>
          </a:r>
          <a:br>
            <a:rPr lang="en-US" sz="1700" b="1" dirty="0">
              <a:latin typeface="Arial Black" panose="020B0A04020102020204" pitchFamily="34" charset="0"/>
            </a:rPr>
          </a:br>
          <a:endParaRPr lang="en-US" sz="1700" dirty="0">
            <a:latin typeface="Arial Black" panose="020B0A04020102020204" pitchFamily="34" charset="0"/>
          </a:endParaRPr>
        </a:p>
      </dgm:t>
    </dgm:pt>
    <dgm:pt modelId="{A6EDB6B5-6706-47A7-B3AB-83FC3218D85B}" type="sibTrans" cxnId="{40F96137-0C27-4649-AD22-FDE7421C7E41}">
      <dgm:prSet/>
      <dgm:spPr/>
      <dgm:t>
        <a:bodyPr/>
        <a:lstStyle/>
        <a:p>
          <a:endParaRPr lang="en-US"/>
        </a:p>
      </dgm:t>
    </dgm:pt>
    <dgm:pt modelId="{5AC32AC0-E346-42B6-B123-1D77D7D9C457}" type="parTrans" cxnId="{40F96137-0C27-4649-AD22-FDE7421C7E41}">
      <dgm:prSet/>
      <dgm:spPr/>
      <dgm:t>
        <a:bodyPr/>
        <a:lstStyle/>
        <a:p>
          <a:endParaRPr lang="en-US"/>
        </a:p>
      </dgm:t>
    </dgm:pt>
    <dgm:pt modelId="{4766A40E-23C2-45B3-B8FD-1DABABA4ED03}" type="pres">
      <dgm:prSet presAssocID="{D63D5DC4-DE58-40C8-B678-BF19EF1F1F14}" presName="linear" presStyleCnt="0">
        <dgm:presLayoutVars>
          <dgm:dir/>
          <dgm:resizeHandles val="exact"/>
        </dgm:presLayoutVars>
      </dgm:prSet>
      <dgm:spPr/>
    </dgm:pt>
    <dgm:pt modelId="{BAA9B527-2F13-4F70-9280-3DA23306A9F6}" type="pres">
      <dgm:prSet presAssocID="{3D206602-7B0C-45B5-BF21-48A7D966A457}" presName="comp" presStyleCnt="0"/>
      <dgm:spPr/>
    </dgm:pt>
    <dgm:pt modelId="{F93E12E3-FED5-4088-B9B3-E895C0AC585D}" type="pres">
      <dgm:prSet presAssocID="{3D206602-7B0C-45B5-BF21-48A7D966A457}" presName="box" presStyleLbl="node1" presStyleIdx="0" presStyleCnt="1"/>
      <dgm:spPr/>
    </dgm:pt>
    <dgm:pt modelId="{D275E6F2-D92F-4352-A248-E61C5779F8CE}" type="pres">
      <dgm:prSet presAssocID="{3D206602-7B0C-45B5-BF21-48A7D966A457}" presName="img" presStyleLbl="fgImgPlace1" presStyleIdx="0" presStyleCnt="1" custScaleX="71282" custScaleY="123118" custLinFactNeighborX="-1478" custLinFactNeighborY="-9415"/>
      <dgm:spPr>
        <a:blipFill>
          <a:blip xmlns:r="http://schemas.openxmlformats.org/officeDocument/2006/relationships" r:embed="rId1"/>
          <a:srcRect/>
          <a:stretch>
            <a:fillRect t="-39000" b="-39000"/>
          </a:stretch>
        </a:blipFill>
      </dgm:spPr>
    </dgm:pt>
    <dgm:pt modelId="{50C03D28-6B0C-4F34-B80A-E846B3ECA32D}" type="pres">
      <dgm:prSet presAssocID="{3D206602-7B0C-45B5-BF21-48A7D966A457}" presName="text" presStyleLbl="node1" presStyleIdx="0" presStyleCnt="1">
        <dgm:presLayoutVars>
          <dgm:bulletEnabled val="1"/>
        </dgm:presLayoutVars>
      </dgm:prSet>
      <dgm:spPr/>
    </dgm:pt>
  </dgm:ptLst>
  <dgm:cxnLst>
    <dgm:cxn modelId="{40F96137-0C27-4649-AD22-FDE7421C7E41}" srcId="{D63D5DC4-DE58-40C8-B678-BF19EF1F1F14}" destId="{3D206602-7B0C-45B5-BF21-48A7D966A457}" srcOrd="0" destOrd="0" parTransId="{5AC32AC0-E346-42B6-B123-1D77D7D9C457}" sibTransId="{A6EDB6B5-6706-47A7-B3AB-83FC3218D85B}"/>
    <dgm:cxn modelId="{8C13E491-9833-44AB-9705-BE2EF92CC81C}" type="presOf" srcId="{D63D5DC4-DE58-40C8-B678-BF19EF1F1F14}" destId="{4766A40E-23C2-45B3-B8FD-1DABABA4ED03}" srcOrd="0" destOrd="0" presId="urn:microsoft.com/office/officeart/2005/8/layout/vList4"/>
    <dgm:cxn modelId="{6F5524AB-24EB-447D-B584-1F0AEB4A1DBC}" type="presOf" srcId="{3D206602-7B0C-45B5-BF21-48A7D966A457}" destId="{F93E12E3-FED5-4088-B9B3-E895C0AC585D}" srcOrd="0" destOrd="0" presId="urn:microsoft.com/office/officeart/2005/8/layout/vList4"/>
    <dgm:cxn modelId="{39B0F4AD-A8AE-44E1-B2F2-66C8F8FFE413}" type="presOf" srcId="{3D206602-7B0C-45B5-BF21-48A7D966A457}" destId="{50C03D28-6B0C-4F34-B80A-E846B3ECA32D}" srcOrd="1" destOrd="0" presId="urn:microsoft.com/office/officeart/2005/8/layout/vList4"/>
    <dgm:cxn modelId="{27079AE3-0C10-48C3-984A-40BFE62115F0}" type="presParOf" srcId="{4766A40E-23C2-45B3-B8FD-1DABABA4ED03}" destId="{BAA9B527-2F13-4F70-9280-3DA23306A9F6}" srcOrd="0" destOrd="0" presId="urn:microsoft.com/office/officeart/2005/8/layout/vList4"/>
    <dgm:cxn modelId="{3BC300A1-AA2A-478B-A379-FE4F1B56D98F}" type="presParOf" srcId="{BAA9B527-2F13-4F70-9280-3DA23306A9F6}" destId="{F93E12E3-FED5-4088-B9B3-E895C0AC585D}" srcOrd="0" destOrd="0" presId="urn:microsoft.com/office/officeart/2005/8/layout/vList4"/>
    <dgm:cxn modelId="{BD4BDD99-B34E-484F-8C2B-59AA10D637A7}" type="presParOf" srcId="{BAA9B527-2F13-4F70-9280-3DA23306A9F6}" destId="{D275E6F2-D92F-4352-A248-E61C5779F8CE}" srcOrd="1" destOrd="0" presId="urn:microsoft.com/office/officeart/2005/8/layout/vList4"/>
    <dgm:cxn modelId="{7A02F1DD-1543-467D-99E9-E941A83AB665}" type="presParOf" srcId="{BAA9B527-2F13-4F70-9280-3DA23306A9F6}" destId="{50C03D28-6B0C-4F34-B80A-E846B3ECA32D}"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2C244D8-B50F-4F3F-9D28-085AC0056BB1}" type="doc">
      <dgm:prSet loTypeId="urn:microsoft.com/office/officeart/2005/8/layout/hList6" loCatId="list" qsTypeId="urn:microsoft.com/office/officeart/2005/8/quickstyle/simple3" qsCatId="simple" csTypeId="urn:microsoft.com/office/officeart/2005/8/colors/colorful5" csCatId="colorful" phldr="1"/>
      <dgm:spPr/>
      <dgm:t>
        <a:bodyPr/>
        <a:lstStyle/>
        <a:p>
          <a:endParaRPr lang="en-US"/>
        </a:p>
      </dgm:t>
    </dgm:pt>
    <dgm:pt modelId="{86B56B46-A903-4183-AD8F-E1AFBABA5A88}" type="pres">
      <dgm:prSet presAssocID="{F2C244D8-B50F-4F3F-9D28-085AC0056BB1}" presName="Name0" presStyleCnt="0">
        <dgm:presLayoutVars>
          <dgm:dir/>
          <dgm:resizeHandles val="exact"/>
        </dgm:presLayoutVars>
      </dgm:prSet>
      <dgm:spPr/>
    </dgm:pt>
  </dgm:ptLst>
  <dgm:cxnLst>
    <dgm:cxn modelId="{6659A5FE-5743-452E-B244-3818420C9281}" type="presOf" srcId="{F2C244D8-B50F-4F3F-9D28-085AC0056BB1}" destId="{86B56B46-A903-4183-AD8F-E1AFBABA5A88}" srcOrd="0"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70F4897-DEC7-4B7A-B913-B7123CC512FA}" type="doc">
      <dgm:prSet loTypeId="urn:microsoft.com/office/officeart/2005/8/layout/hList6" loCatId="list" qsTypeId="urn:microsoft.com/office/officeart/2005/8/quickstyle/simple3" qsCatId="simple" csTypeId="urn:microsoft.com/office/officeart/2005/8/colors/colorful4" csCatId="colorful" phldr="1"/>
      <dgm:spPr/>
      <dgm:t>
        <a:bodyPr/>
        <a:lstStyle/>
        <a:p>
          <a:endParaRPr lang="en-US"/>
        </a:p>
      </dgm:t>
    </dgm:pt>
    <dgm:pt modelId="{367D6A19-CDB2-4BDA-9871-ECAFAF5D9768}">
      <dgm:prSet/>
      <dgm:spPr/>
      <dgm:t>
        <a:bodyPr/>
        <a:lstStyle/>
        <a:p>
          <a:pPr>
            <a:lnSpc>
              <a:spcPct val="150000"/>
            </a:lnSpc>
          </a:pPr>
          <a:r>
            <a:rPr lang="en-US" b="1" dirty="0">
              <a:latin typeface="Arial Black" panose="020B0A04020102020204" pitchFamily="34" charset="0"/>
            </a:rPr>
            <a:t>Key Observation:</a:t>
          </a:r>
          <a:r>
            <a:rPr lang="en-US" dirty="0">
              <a:latin typeface="Arial Black" panose="020B0A04020102020204" pitchFamily="34" charset="0"/>
            </a:rPr>
            <a:t> </a:t>
          </a:r>
        </a:p>
      </dgm:t>
    </dgm:pt>
    <dgm:pt modelId="{92E3E3C8-F585-41C7-B288-136C1B5B3DC7}" type="parTrans" cxnId="{8DB36A05-123D-4071-946F-A059830C97AD}">
      <dgm:prSet/>
      <dgm:spPr/>
      <dgm:t>
        <a:bodyPr/>
        <a:lstStyle/>
        <a:p>
          <a:endParaRPr lang="en-US"/>
        </a:p>
      </dgm:t>
    </dgm:pt>
    <dgm:pt modelId="{9FDF74D5-6C56-4670-B71C-EB933C4CF9E5}" type="sibTrans" cxnId="{8DB36A05-123D-4071-946F-A059830C97AD}">
      <dgm:prSet/>
      <dgm:spPr/>
      <dgm:t>
        <a:bodyPr/>
        <a:lstStyle/>
        <a:p>
          <a:endParaRPr lang="en-US"/>
        </a:p>
      </dgm:t>
    </dgm:pt>
    <dgm:pt modelId="{F673E5D0-E647-4637-A485-2D70612D1436}">
      <dgm:prSet/>
      <dgm:spPr/>
      <dgm:t>
        <a:bodyPr/>
        <a:lstStyle/>
        <a:p>
          <a:pPr>
            <a:lnSpc>
              <a:spcPct val="150000"/>
            </a:lnSpc>
            <a:buSzPts val="1000"/>
            <a:buFont typeface="Wingdings" panose="05000000000000000000" pitchFamily="2" charset="2"/>
            <a:buChar char=""/>
          </a:pPr>
          <a:r>
            <a:rPr lang="en-US">
              <a:latin typeface="Arial Black" panose="020B0A04020102020204" pitchFamily="34" charset="0"/>
            </a:rPr>
            <a:t>Peak Age: 25-29 (highest participation).</a:t>
          </a:r>
        </a:p>
      </dgm:t>
    </dgm:pt>
    <dgm:pt modelId="{4B905D51-2881-4B4A-A4EB-C0B2977348B4}" type="parTrans" cxnId="{D488CCF3-A90F-4638-9826-7D57AB81FE49}">
      <dgm:prSet/>
      <dgm:spPr/>
      <dgm:t>
        <a:bodyPr/>
        <a:lstStyle/>
        <a:p>
          <a:endParaRPr lang="en-US"/>
        </a:p>
      </dgm:t>
    </dgm:pt>
    <dgm:pt modelId="{771A21E7-6AA3-4D36-AFCD-68C2A4F56B2B}" type="sibTrans" cxnId="{D488CCF3-A90F-4638-9826-7D57AB81FE49}">
      <dgm:prSet/>
      <dgm:spPr/>
      <dgm:t>
        <a:bodyPr/>
        <a:lstStyle/>
        <a:p>
          <a:endParaRPr lang="en-US"/>
        </a:p>
      </dgm:t>
    </dgm:pt>
    <dgm:pt modelId="{5735ABB7-AE22-41D2-916F-7425A0AFD774}">
      <dgm:prSet/>
      <dgm:spPr/>
      <dgm:t>
        <a:bodyPr/>
        <a:lstStyle/>
        <a:p>
          <a:pPr>
            <a:lnSpc>
              <a:spcPct val="150000"/>
            </a:lnSpc>
            <a:buSzPts val="1000"/>
            <a:buFont typeface="Wingdings" panose="05000000000000000000" pitchFamily="2" charset="2"/>
            <a:buChar char=""/>
          </a:pPr>
          <a:r>
            <a:rPr lang="en-US" dirty="0">
              <a:latin typeface="Arial Black" panose="020B0A04020102020204" pitchFamily="34" charset="0"/>
            </a:rPr>
            <a:t>Trends: Decline after 35; youth (</a:t>
          </a:r>
          <a:r>
            <a:rPr lang="en-US" b="1" dirty="0">
              <a:latin typeface="Arial Black" panose="020B0A04020102020204" pitchFamily="34" charset="0"/>
            </a:rPr>
            <a:t>Limited youth participation</a:t>
          </a:r>
          <a:r>
            <a:rPr lang="en-US" dirty="0">
              <a:latin typeface="Arial Black" panose="020B0A04020102020204" pitchFamily="34" charset="0"/>
            </a:rPr>
            <a:t> in Under 20)</a:t>
          </a:r>
        </a:p>
      </dgm:t>
    </dgm:pt>
    <dgm:pt modelId="{ABD3B585-7CAE-407A-AE28-2F9191F7A842}" type="parTrans" cxnId="{89DDC9D0-38F3-4959-A130-EF7FF666ADD9}">
      <dgm:prSet/>
      <dgm:spPr/>
      <dgm:t>
        <a:bodyPr/>
        <a:lstStyle/>
        <a:p>
          <a:endParaRPr lang="en-US"/>
        </a:p>
      </dgm:t>
    </dgm:pt>
    <dgm:pt modelId="{5B44DBF6-6806-4BC8-9A3E-E762F950CD81}" type="sibTrans" cxnId="{89DDC9D0-38F3-4959-A130-EF7FF666ADD9}">
      <dgm:prSet/>
      <dgm:spPr/>
      <dgm:t>
        <a:bodyPr/>
        <a:lstStyle/>
        <a:p>
          <a:endParaRPr lang="en-US"/>
        </a:p>
      </dgm:t>
    </dgm:pt>
    <dgm:pt modelId="{1FCD2721-9AF1-47FD-973B-F15E2DF16223}">
      <dgm:prSet/>
      <dgm:spPr/>
      <dgm:t>
        <a:bodyPr/>
        <a:lstStyle/>
        <a:p>
          <a:pPr>
            <a:lnSpc>
              <a:spcPct val="150000"/>
            </a:lnSpc>
            <a:buSzPts val="1000"/>
            <a:buFont typeface="Wingdings" panose="05000000000000000000" pitchFamily="2" charset="2"/>
            <a:buChar char=""/>
          </a:pPr>
          <a:r>
            <a:rPr lang="en-US" dirty="0">
              <a:latin typeface="Arial Black" panose="020B0A04020102020204" pitchFamily="34" charset="0"/>
            </a:rPr>
            <a:t>Implications: Focus on youth development for future Olympics.</a:t>
          </a:r>
        </a:p>
      </dgm:t>
    </dgm:pt>
    <dgm:pt modelId="{188C03B8-0BFE-4FED-86B8-61766054740C}" type="parTrans" cxnId="{0D08653D-80D0-4185-BEAA-E5369A11DBF8}">
      <dgm:prSet/>
      <dgm:spPr/>
      <dgm:t>
        <a:bodyPr/>
        <a:lstStyle/>
        <a:p>
          <a:endParaRPr lang="en-US"/>
        </a:p>
      </dgm:t>
    </dgm:pt>
    <dgm:pt modelId="{73D38943-2DFC-4865-BAC6-F1FD1029E72E}" type="sibTrans" cxnId="{0D08653D-80D0-4185-BEAA-E5369A11DBF8}">
      <dgm:prSet/>
      <dgm:spPr/>
      <dgm:t>
        <a:bodyPr/>
        <a:lstStyle/>
        <a:p>
          <a:endParaRPr lang="en-US"/>
        </a:p>
      </dgm:t>
    </dgm:pt>
    <dgm:pt modelId="{81884F0B-534E-4902-9591-DF2CC98C432F}">
      <dgm:prSet/>
      <dgm:spPr/>
      <dgm:t>
        <a:bodyPr/>
        <a:lstStyle/>
        <a:p>
          <a:pPr>
            <a:lnSpc>
              <a:spcPct val="150000"/>
            </a:lnSpc>
          </a:pPr>
          <a:r>
            <a:rPr lang="en-US" b="1" dirty="0">
              <a:latin typeface="Arial Black" panose="020B0A04020102020204" pitchFamily="34" charset="0"/>
            </a:rPr>
            <a:t>Insights:</a:t>
          </a:r>
          <a:r>
            <a:rPr lang="en-US" dirty="0">
              <a:latin typeface="Arial Black" panose="020B0A04020102020204" pitchFamily="34" charset="0"/>
            </a:rPr>
            <a:t> Participation peaks in the 25-29 range, indicating prime athletic age. This data can guide talent scouting and training programs.</a:t>
          </a:r>
        </a:p>
      </dgm:t>
    </dgm:pt>
    <dgm:pt modelId="{6DF32F43-3B80-426D-928F-557CEB297028}" type="parTrans" cxnId="{335B4639-A19A-4357-9D1B-48F9B25E6FF9}">
      <dgm:prSet/>
      <dgm:spPr/>
      <dgm:t>
        <a:bodyPr/>
        <a:lstStyle/>
        <a:p>
          <a:endParaRPr lang="en-US"/>
        </a:p>
      </dgm:t>
    </dgm:pt>
    <dgm:pt modelId="{782BA324-D4D1-4401-B79A-7ACFE7FE447B}" type="sibTrans" cxnId="{335B4639-A19A-4357-9D1B-48F9B25E6FF9}">
      <dgm:prSet/>
      <dgm:spPr/>
      <dgm:t>
        <a:bodyPr/>
        <a:lstStyle/>
        <a:p>
          <a:endParaRPr lang="en-US"/>
        </a:p>
      </dgm:t>
    </dgm:pt>
    <dgm:pt modelId="{28A1A3A8-28C2-4EE5-8424-E2904FF9A1FE}" type="pres">
      <dgm:prSet presAssocID="{870F4897-DEC7-4B7A-B913-B7123CC512FA}" presName="Name0" presStyleCnt="0">
        <dgm:presLayoutVars>
          <dgm:dir/>
          <dgm:resizeHandles val="exact"/>
        </dgm:presLayoutVars>
      </dgm:prSet>
      <dgm:spPr/>
    </dgm:pt>
    <dgm:pt modelId="{6F6CCC4B-212A-423A-8980-1268962B275A}" type="pres">
      <dgm:prSet presAssocID="{367D6A19-CDB2-4BDA-9871-ECAFAF5D9768}" presName="node" presStyleLbl="node1" presStyleIdx="0" presStyleCnt="2">
        <dgm:presLayoutVars>
          <dgm:bulletEnabled val="1"/>
        </dgm:presLayoutVars>
      </dgm:prSet>
      <dgm:spPr/>
    </dgm:pt>
    <dgm:pt modelId="{9C96F8B6-C8E9-417F-B054-967F493F32EF}" type="pres">
      <dgm:prSet presAssocID="{9FDF74D5-6C56-4670-B71C-EB933C4CF9E5}" presName="sibTrans" presStyleCnt="0"/>
      <dgm:spPr/>
    </dgm:pt>
    <dgm:pt modelId="{516BA9F6-41B6-4694-B03D-864F6BC939E2}" type="pres">
      <dgm:prSet presAssocID="{81884F0B-534E-4902-9591-DF2CC98C432F}" presName="node" presStyleLbl="node1" presStyleIdx="1" presStyleCnt="2">
        <dgm:presLayoutVars>
          <dgm:bulletEnabled val="1"/>
        </dgm:presLayoutVars>
      </dgm:prSet>
      <dgm:spPr/>
    </dgm:pt>
  </dgm:ptLst>
  <dgm:cxnLst>
    <dgm:cxn modelId="{8DB36A05-123D-4071-946F-A059830C97AD}" srcId="{870F4897-DEC7-4B7A-B913-B7123CC512FA}" destId="{367D6A19-CDB2-4BDA-9871-ECAFAF5D9768}" srcOrd="0" destOrd="0" parTransId="{92E3E3C8-F585-41C7-B288-136C1B5B3DC7}" sibTransId="{9FDF74D5-6C56-4670-B71C-EB933C4CF9E5}"/>
    <dgm:cxn modelId="{335B4639-A19A-4357-9D1B-48F9B25E6FF9}" srcId="{870F4897-DEC7-4B7A-B913-B7123CC512FA}" destId="{81884F0B-534E-4902-9591-DF2CC98C432F}" srcOrd="1" destOrd="0" parTransId="{6DF32F43-3B80-426D-928F-557CEB297028}" sibTransId="{782BA324-D4D1-4401-B79A-7ACFE7FE447B}"/>
    <dgm:cxn modelId="{C197DF3A-B64D-4244-AA07-186A3C26EFD9}" type="presOf" srcId="{5735ABB7-AE22-41D2-916F-7425A0AFD774}" destId="{6F6CCC4B-212A-423A-8980-1268962B275A}" srcOrd="0" destOrd="2" presId="urn:microsoft.com/office/officeart/2005/8/layout/hList6"/>
    <dgm:cxn modelId="{0D08653D-80D0-4185-BEAA-E5369A11DBF8}" srcId="{367D6A19-CDB2-4BDA-9871-ECAFAF5D9768}" destId="{1FCD2721-9AF1-47FD-973B-F15E2DF16223}" srcOrd="2" destOrd="0" parTransId="{188C03B8-0BFE-4FED-86B8-61766054740C}" sibTransId="{73D38943-2DFC-4865-BAC6-F1FD1029E72E}"/>
    <dgm:cxn modelId="{91980482-B9CE-43D9-85BC-AEC82D00DBEF}" type="presOf" srcId="{1FCD2721-9AF1-47FD-973B-F15E2DF16223}" destId="{6F6CCC4B-212A-423A-8980-1268962B275A}" srcOrd="0" destOrd="3" presId="urn:microsoft.com/office/officeart/2005/8/layout/hList6"/>
    <dgm:cxn modelId="{A60BBB8D-F505-4567-B9CE-FCE353A06DDA}" type="presOf" srcId="{870F4897-DEC7-4B7A-B913-B7123CC512FA}" destId="{28A1A3A8-28C2-4EE5-8424-E2904FF9A1FE}" srcOrd="0" destOrd="0" presId="urn:microsoft.com/office/officeart/2005/8/layout/hList6"/>
    <dgm:cxn modelId="{4DC502CA-24EF-454A-8008-279A129FD4D3}" type="presOf" srcId="{81884F0B-534E-4902-9591-DF2CC98C432F}" destId="{516BA9F6-41B6-4694-B03D-864F6BC939E2}" srcOrd="0" destOrd="0" presId="urn:microsoft.com/office/officeart/2005/8/layout/hList6"/>
    <dgm:cxn modelId="{89DDC9D0-38F3-4959-A130-EF7FF666ADD9}" srcId="{367D6A19-CDB2-4BDA-9871-ECAFAF5D9768}" destId="{5735ABB7-AE22-41D2-916F-7425A0AFD774}" srcOrd="1" destOrd="0" parTransId="{ABD3B585-7CAE-407A-AE28-2F9191F7A842}" sibTransId="{5B44DBF6-6806-4BC8-9A3E-E762F950CD81}"/>
    <dgm:cxn modelId="{C17A51DD-66E5-4B41-82B0-283BFD02B15E}" type="presOf" srcId="{F673E5D0-E647-4637-A485-2D70612D1436}" destId="{6F6CCC4B-212A-423A-8980-1268962B275A}" srcOrd="0" destOrd="1" presId="urn:microsoft.com/office/officeart/2005/8/layout/hList6"/>
    <dgm:cxn modelId="{D488CCF3-A90F-4638-9826-7D57AB81FE49}" srcId="{367D6A19-CDB2-4BDA-9871-ECAFAF5D9768}" destId="{F673E5D0-E647-4637-A485-2D70612D1436}" srcOrd="0" destOrd="0" parTransId="{4B905D51-2881-4B4A-A4EB-C0B2977348B4}" sibTransId="{771A21E7-6AA3-4D36-AFCD-68C2A4F56B2B}"/>
    <dgm:cxn modelId="{B8A51DFD-8F7A-4D7C-A794-3CACC00369F4}" type="presOf" srcId="{367D6A19-CDB2-4BDA-9871-ECAFAF5D9768}" destId="{6F6CCC4B-212A-423A-8980-1268962B275A}" srcOrd="0" destOrd="0" presId="urn:microsoft.com/office/officeart/2005/8/layout/hList6"/>
    <dgm:cxn modelId="{F249C25E-0320-4802-8ED5-C9A2A06D2340}" type="presParOf" srcId="{28A1A3A8-28C2-4EE5-8424-E2904FF9A1FE}" destId="{6F6CCC4B-212A-423A-8980-1268962B275A}" srcOrd="0" destOrd="0" presId="urn:microsoft.com/office/officeart/2005/8/layout/hList6"/>
    <dgm:cxn modelId="{B91A63A1-A2BA-4DF8-BC12-7D71E9F0BBEC}" type="presParOf" srcId="{28A1A3A8-28C2-4EE5-8424-E2904FF9A1FE}" destId="{9C96F8B6-C8E9-417F-B054-967F493F32EF}" srcOrd="1" destOrd="0" presId="urn:microsoft.com/office/officeart/2005/8/layout/hList6"/>
    <dgm:cxn modelId="{4CDE1E97-6E7F-4BF8-B176-307A9F5F8B4D}" type="presParOf" srcId="{28A1A3A8-28C2-4EE5-8424-E2904FF9A1FE}" destId="{516BA9F6-41B6-4694-B03D-864F6BC939E2}" srcOrd="2" destOrd="0" presId="urn:microsoft.com/office/officeart/2005/8/layout/hList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8D7BABD-D13C-4E4D-83BC-2AFB8585CE65}" type="doc">
      <dgm:prSet loTypeId="urn:microsoft.com/office/officeart/2005/8/layout/hProcess9" loCatId="process" qsTypeId="urn:microsoft.com/office/officeart/2005/8/quickstyle/3d3" qsCatId="3D" csTypeId="urn:microsoft.com/office/officeart/2005/8/colors/accent1_2" csCatId="accent1" phldr="1"/>
      <dgm:spPr/>
      <dgm:t>
        <a:bodyPr/>
        <a:lstStyle/>
        <a:p>
          <a:endParaRPr lang="en-US"/>
        </a:p>
      </dgm:t>
    </dgm:pt>
    <dgm:pt modelId="{E2F087A8-7C44-4BAD-BF37-7E91EE750BB9}">
      <dgm:prSet custT="1"/>
      <dgm:spPr/>
      <dgm:t>
        <a:bodyPr/>
        <a:lstStyle/>
        <a:p>
          <a:r>
            <a:rPr lang="en-US" sz="2800" b="1" dirty="0">
              <a:latin typeface="Arial Black" panose="020B0A04020102020204" pitchFamily="34" charset="0"/>
            </a:rPr>
            <a:t>Conclusion</a:t>
          </a:r>
          <a:endParaRPr lang="en-US" sz="2800" dirty="0">
            <a:latin typeface="Arial Black" panose="020B0A04020102020204" pitchFamily="34" charset="0"/>
          </a:endParaRPr>
        </a:p>
      </dgm:t>
    </dgm:pt>
    <dgm:pt modelId="{7349039F-72FD-497E-8060-E42C42BCAF27}" type="parTrans" cxnId="{BC29D353-3696-4F2A-8AE3-4712B02FEC3C}">
      <dgm:prSet/>
      <dgm:spPr/>
      <dgm:t>
        <a:bodyPr/>
        <a:lstStyle/>
        <a:p>
          <a:endParaRPr lang="en-US"/>
        </a:p>
      </dgm:t>
    </dgm:pt>
    <dgm:pt modelId="{8315192D-F551-4B0F-9C0F-F0001A598892}" type="sibTrans" cxnId="{BC29D353-3696-4F2A-8AE3-4712B02FEC3C}">
      <dgm:prSet/>
      <dgm:spPr/>
      <dgm:t>
        <a:bodyPr/>
        <a:lstStyle/>
        <a:p>
          <a:endParaRPr lang="en-US"/>
        </a:p>
      </dgm:t>
    </dgm:pt>
    <dgm:pt modelId="{04480461-9B08-4B07-BEB5-AB4896B58EDC}" type="pres">
      <dgm:prSet presAssocID="{E8D7BABD-D13C-4E4D-83BC-2AFB8585CE65}" presName="CompostProcess" presStyleCnt="0">
        <dgm:presLayoutVars>
          <dgm:dir/>
          <dgm:resizeHandles val="exact"/>
        </dgm:presLayoutVars>
      </dgm:prSet>
      <dgm:spPr/>
    </dgm:pt>
    <dgm:pt modelId="{E9E361E1-F752-4EC4-95BF-5781447093BD}" type="pres">
      <dgm:prSet presAssocID="{E8D7BABD-D13C-4E4D-83BC-2AFB8585CE65}" presName="arrow" presStyleLbl="bgShp" presStyleIdx="0" presStyleCnt="1" custScaleX="59537"/>
      <dgm:spPr/>
    </dgm:pt>
    <dgm:pt modelId="{165B2006-FB47-45E5-9BCF-2088DAA5F2C0}" type="pres">
      <dgm:prSet presAssocID="{E8D7BABD-D13C-4E4D-83BC-2AFB8585CE65}" presName="linearProcess" presStyleCnt="0"/>
      <dgm:spPr/>
    </dgm:pt>
    <dgm:pt modelId="{F99647B2-3D9C-4675-AC9B-E4F39722B4EA}" type="pres">
      <dgm:prSet presAssocID="{E2F087A8-7C44-4BAD-BF37-7E91EE750BB9}" presName="textNode" presStyleLbl="node1" presStyleIdx="0" presStyleCnt="1">
        <dgm:presLayoutVars>
          <dgm:bulletEnabled val="1"/>
        </dgm:presLayoutVars>
      </dgm:prSet>
      <dgm:spPr/>
    </dgm:pt>
  </dgm:ptLst>
  <dgm:cxnLst>
    <dgm:cxn modelId="{95A8D31C-D00F-4A39-83ED-00C9DFE1B903}" type="presOf" srcId="{E2F087A8-7C44-4BAD-BF37-7E91EE750BB9}" destId="{F99647B2-3D9C-4675-AC9B-E4F39722B4EA}" srcOrd="0" destOrd="0" presId="urn:microsoft.com/office/officeart/2005/8/layout/hProcess9"/>
    <dgm:cxn modelId="{BC29D353-3696-4F2A-8AE3-4712B02FEC3C}" srcId="{E8D7BABD-D13C-4E4D-83BC-2AFB8585CE65}" destId="{E2F087A8-7C44-4BAD-BF37-7E91EE750BB9}" srcOrd="0" destOrd="0" parTransId="{7349039F-72FD-497E-8060-E42C42BCAF27}" sibTransId="{8315192D-F551-4B0F-9C0F-F0001A598892}"/>
    <dgm:cxn modelId="{38E14CFD-FA97-4D49-9A1E-E70308BD9A80}" type="presOf" srcId="{E8D7BABD-D13C-4E4D-83BC-2AFB8585CE65}" destId="{04480461-9B08-4B07-BEB5-AB4896B58EDC}" srcOrd="0" destOrd="0" presId="urn:microsoft.com/office/officeart/2005/8/layout/hProcess9"/>
    <dgm:cxn modelId="{5AD16DC3-E2A8-466E-AE01-D90284408D5B}" type="presParOf" srcId="{04480461-9B08-4B07-BEB5-AB4896B58EDC}" destId="{E9E361E1-F752-4EC4-95BF-5781447093BD}" srcOrd="0" destOrd="0" presId="urn:microsoft.com/office/officeart/2005/8/layout/hProcess9"/>
    <dgm:cxn modelId="{21166D9E-BE43-4BEA-97E2-3BFEED00A3C1}" type="presParOf" srcId="{04480461-9B08-4B07-BEB5-AB4896B58EDC}" destId="{165B2006-FB47-45E5-9BCF-2088DAA5F2C0}" srcOrd="1" destOrd="0" presId="urn:microsoft.com/office/officeart/2005/8/layout/hProcess9"/>
    <dgm:cxn modelId="{97ED0034-E70E-45E3-B4D5-627A65E47D3C}" type="presParOf" srcId="{165B2006-FB47-45E5-9BCF-2088DAA5F2C0}" destId="{F99647B2-3D9C-4675-AC9B-E4F39722B4EA}"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D6D3D9A-78DB-4695-981A-31CFA744BC81}"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BF2671AB-674F-4C16-9815-1C99E1B0097A}">
      <dgm:prSet/>
      <dgm:spPr/>
      <dgm:t>
        <a:bodyPr/>
        <a:lstStyle/>
        <a:p>
          <a:pPr>
            <a:lnSpc>
              <a:spcPct val="150000"/>
            </a:lnSpc>
          </a:pPr>
          <a:r>
            <a:rPr lang="en-US" dirty="0">
              <a:latin typeface="Arial Black" panose="020B0A04020102020204" pitchFamily="34" charset="0"/>
            </a:rPr>
            <a:t>The data-driven insights presented establish a foundation for informed decision-making across Olympic sport development initiatives. </a:t>
          </a:r>
        </a:p>
      </dgm:t>
    </dgm:pt>
    <dgm:pt modelId="{810B69DA-1F32-4A25-95FA-2503739640FB}" type="parTrans" cxnId="{B14D702D-01E8-4986-91FE-84CB6AB8B9CF}">
      <dgm:prSet/>
      <dgm:spPr/>
      <dgm:t>
        <a:bodyPr/>
        <a:lstStyle/>
        <a:p>
          <a:endParaRPr lang="en-US"/>
        </a:p>
      </dgm:t>
    </dgm:pt>
    <dgm:pt modelId="{7704D209-26A9-408F-A04D-8945EE1509DC}" type="sibTrans" cxnId="{B14D702D-01E8-4986-91FE-84CB6AB8B9CF}">
      <dgm:prSet/>
      <dgm:spPr/>
      <dgm:t>
        <a:bodyPr/>
        <a:lstStyle/>
        <a:p>
          <a:pPr>
            <a:lnSpc>
              <a:spcPct val="150000"/>
            </a:lnSpc>
          </a:pPr>
          <a:endParaRPr lang="en-US">
            <a:latin typeface="Arial Black" panose="020B0A04020102020204" pitchFamily="34" charset="0"/>
          </a:endParaRPr>
        </a:p>
      </dgm:t>
    </dgm:pt>
    <dgm:pt modelId="{6AEAC736-8AE2-4175-8A3D-2C8BC62DA074}">
      <dgm:prSet/>
      <dgm:spPr/>
      <dgm:t>
        <a:bodyPr/>
        <a:lstStyle/>
        <a:p>
          <a:pPr>
            <a:lnSpc>
              <a:spcPct val="150000"/>
            </a:lnSpc>
          </a:pPr>
          <a:r>
            <a:rPr lang="en-US" dirty="0">
              <a:latin typeface="Arial Black" panose="020B0A04020102020204" pitchFamily="34" charset="0"/>
            </a:rPr>
            <a:t>Stakeholders should leverage these findings to optimize talent development strategies, benchmark performance expectations, and allocate resources toward maximum impact areas.</a:t>
          </a:r>
        </a:p>
      </dgm:t>
    </dgm:pt>
    <dgm:pt modelId="{F3740738-2230-4616-8AA2-9DB3889D5BF2}" type="parTrans" cxnId="{A4726F26-E36E-4357-8139-2339869D0F2F}">
      <dgm:prSet/>
      <dgm:spPr/>
      <dgm:t>
        <a:bodyPr/>
        <a:lstStyle/>
        <a:p>
          <a:endParaRPr lang="en-US"/>
        </a:p>
      </dgm:t>
    </dgm:pt>
    <dgm:pt modelId="{96B1123A-7D46-417C-B54E-042A35C6D0F4}" type="sibTrans" cxnId="{A4726F26-E36E-4357-8139-2339869D0F2F}">
      <dgm:prSet/>
      <dgm:spPr/>
      <dgm:t>
        <a:bodyPr/>
        <a:lstStyle/>
        <a:p>
          <a:pPr>
            <a:lnSpc>
              <a:spcPct val="150000"/>
            </a:lnSpc>
          </a:pPr>
          <a:endParaRPr lang="en-US">
            <a:latin typeface="Arial Black" panose="020B0A04020102020204" pitchFamily="34" charset="0"/>
          </a:endParaRPr>
        </a:p>
      </dgm:t>
    </dgm:pt>
    <dgm:pt modelId="{3106C72C-9A78-4EC9-85D5-2BA270E42761}">
      <dgm:prSet/>
      <dgm:spPr/>
      <dgm:t>
        <a:bodyPr/>
        <a:lstStyle/>
        <a:p>
          <a:pPr>
            <a:lnSpc>
              <a:spcPct val="150000"/>
            </a:lnSpc>
          </a:pPr>
          <a:r>
            <a:rPr lang="en-US">
              <a:latin typeface="Arial Black" panose="020B0A04020102020204" pitchFamily="34" charset="0"/>
            </a:rPr>
            <a:t>The successful implementation of these evidence-based approaches will contribute to continued Olympic excellence and expanded global participation in elite athletic competition.</a:t>
          </a:r>
        </a:p>
      </dgm:t>
    </dgm:pt>
    <dgm:pt modelId="{A272010F-00E5-40E0-96C5-48435631E6DB}" type="parTrans" cxnId="{976558C3-477C-48E7-BCBF-82A18AB1F856}">
      <dgm:prSet/>
      <dgm:spPr/>
      <dgm:t>
        <a:bodyPr/>
        <a:lstStyle/>
        <a:p>
          <a:endParaRPr lang="en-US"/>
        </a:p>
      </dgm:t>
    </dgm:pt>
    <dgm:pt modelId="{106329C7-252A-40B0-97A0-E48CC3BD2F6D}" type="sibTrans" cxnId="{976558C3-477C-48E7-BCBF-82A18AB1F856}">
      <dgm:prSet/>
      <dgm:spPr/>
      <dgm:t>
        <a:bodyPr/>
        <a:lstStyle/>
        <a:p>
          <a:endParaRPr lang="en-US"/>
        </a:p>
      </dgm:t>
    </dgm:pt>
    <dgm:pt modelId="{074C9942-273E-4F81-B9BF-5781C6879806}" type="pres">
      <dgm:prSet presAssocID="{FD6D3D9A-78DB-4695-981A-31CFA744BC81}" presName="outerComposite" presStyleCnt="0">
        <dgm:presLayoutVars>
          <dgm:chMax val="5"/>
          <dgm:dir/>
          <dgm:resizeHandles val="exact"/>
        </dgm:presLayoutVars>
      </dgm:prSet>
      <dgm:spPr/>
    </dgm:pt>
    <dgm:pt modelId="{1A5273AC-0F6D-4D01-A580-FDAA3113221E}" type="pres">
      <dgm:prSet presAssocID="{FD6D3D9A-78DB-4695-981A-31CFA744BC81}" presName="dummyMaxCanvas" presStyleCnt="0">
        <dgm:presLayoutVars/>
      </dgm:prSet>
      <dgm:spPr/>
    </dgm:pt>
    <dgm:pt modelId="{B0B56267-2C07-48AF-9DBD-C9EBB678CBC1}" type="pres">
      <dgm:prSet presAssocID="{FD6D3D9A-78DB-4695-981A-31CFA744BC81}" presName="ThreeNodes_1" presStyleLbl="node1" presStyleIdx="0" presStyleCnt="3">
        <dgm:presLayoutVars>
          <dgm:bulletEnabled val="1"/>
        </dgm:presLayoutVars>
      </dgm:prSet>
      <dgm:spPr/>
    </dgm:pt>
    <dgm:pt modelId="{66571EC1-05FD-4D44-B585-AC8F245F8570}" type="pres">
      <dgm:prSet presAssocID="{FD6D3D9A-78DB-4695-981A-31CFA744BC81}" presName="ThreeNodes_2" presStyleLbl="node1" presStyleIdx="1" presStyleCnt="3">
        <dgm:presLayoutVars>
          <dgm:bulletEnabled val="1"/>
        </dgm:presLayoutVars>
      </dgm:prSet>
      <dgm:spPr/>
    </dgm:pt>
    <dgm:pt modelId="{DEED1640-4847-4C3E-9F17-60FCD6604B98}" type="pres">
      <dgm:prSet presAssocID="{FD6D3D9A-78DB-4695-981A-31CFA744BC81}" presName="ThreeNodes_3" presStyleLbl="node1" presStyleIdx="2" presStyleCnt="3">
        <dgm:presLayoutVars>
          <dgm:bulletEnabled val="1"/>
        </dgm:presLayoutVars>
      </dgm:prSet>
      <dgm:spPr/>
    </dgm:pt>
    <dgm:pt modelId="{8E8FB7D5-46A3-4998-BF1A-BA202F680E65}" type="pres">
      <dgm:prSet presAssocID="{FD6D3D9A-78DB-4695-981A-31CFA744BC81}" presName="ThreeConn_1-2" presStyleLbl="fgAccFollowNode1" presStyleIdx="0" presStyleCnt="2">
        <dgm:presLayoutVars>
          <dgm:bulletEnabled val="1"/>
        </dgm:presLayoutVars>
      </dgm:prSet>
      <dgm:spPr/>
    </dgm:pt>
    <dgm:pt modelId="{6218BF9E-70D5-4787-A4FC-4EE3B0386840}" type="pres">
      <dgm:prSet presAssocID="{FD6D3D9A-78DB-4695-981A-31CFA744BC81}" presName="ThreeConn_2-3" presStyleLbl="fgAccFollowNode1" presStyleIdx="1" presStyleCnt="2">
        <dgm:presLayoutVars>
          <dgm:bulletEnabled val="1"/>
        </dgm:presLayoutVars>
      </dgm:prSet>
      <dgm:spPr/>
    </dgm:pt>
    <dgm:pt modelId="{26AC36A0-E297-45C0-A7CC-75F4CB084F49}" type="pres">
      <dgm:prSet presAssocID="{FD6D3D9A-78DB-4695-981A-31CFA744BC81}" presName="ThreeNodes_1_text" presStyleLbl="node1" presStyleIdx="2" presStyleCnt="3">
        <dgm:presLayoutVars>
          <dgm:bulletEnabled val="1"/>
        </dgm:presLayoutVars>
      </dgm:prSet>
      <dgm:spPr/>
    </dgm:pt>
    <dgm:pt modelId="{71C65452-4406-47AB-B051-58652A68A6BB}" type="pres">
      <dgm:prSet presAssocID="{FD6D3D9A-78DB-4695-981A-31CFA744BC81}" presName="ThreeNodes_2_text" presStyleLbl="node1" presStyleIdx="2" presStyleCnt="3">
        <dgm:presLayoutVars>
          <dgm:bulletEnabled val="1"/>
        </dgm:presLayoutVars>
      </dgm:prSet>
      <dgm:spPr/>
    </dgm:pt>
    <dgm:pt modelId="{FEC82F65-2FE3-49A8-B263-B52ED8CE2E91}" type="pres">
      <dgm:prSet presAssocID="{FD6D3D9A-78DB-4695-981A-31CFA744BC81}" presName="ThreeNodes_3_text" presStyleLbl="node1" presStyleIdx="2" presStyleCnt="3">
        <dgm:presLayoutVars>
          <dgm:bulletEnabled val="1"/>
        </dgm:presLayoutVars>
      </dgm:prSet>
      <dgm:spPr/>
    </dgm:pt>
  </dgm:ptLst>
  <dgm:cxnLst>
    <dgm:cxn modelId="{A4726F26-E36E-4357-8139-2339869D0F2F}" srcId="{FD6D3D9A-78DB-4695-981A-31CFA744BC81}" destId="{6AEAC736-8AE2-4175-8A3D-2C8BC62DA074}" srcOrd="1" destOrd="0" parTransId="{F3740738-2230-4616-8AA2-9DB3889D5BF2}" sibTransId="{96B1123A-7D46-417C-B54E-042A35C6D0F4}"/>
    <dgm:cxn modelId="{B14D702D-01E8-4986-91FE-84CB6AB8B9CF}" srcId="{FD6D3D9A-78DB-4695-981A-31CFA744BC81}" destId="{BF2671AB-674F-4C16-9815-1C99E1B0097A}" srcOrd="0" destOrd="0" parTransId="{810B69DA-1F32-4A25-95FA-2503739640FB}" sibTransId="{7704D209-26A9-408F-A04D-8945EE1509DC}"/>
    <dgm:cxn modelId="{B1A07B41-6922-46C6-8C99-071AF3B44FD1}" type="presOf" srcId="{96B1123A-7D46-417C-B54E-042A35C6D0F4}" destId="{6218BF9E-70D5-4787-A4FC-4EE3B0386840}" srcOrd="0" destOrd="0" presId="urn:microsoft.com/office/officeart/2005/8/layout/vProcess5"/>
    <dgm:cxn modelId="{1EC6524D-3E80-4758-99AF-FBB9FEABCFA6}" type="presOf" srcId="{FD6D3D9A-78DB-4695-981A-31CFA744BC81}" destId="{074C9942-273E-4F81-B9BF-5781C6879806}" srcOrd="0" destOrd="0" presId="urn:microsoft.com/office/officeart/2005/8/layout/vProcess5"/>
    <dgm:cxn modelId="{AD92DB78-F379-432A-BE86-93C42B68196A}" type="presOf" srcId="{3106C72C-9A78-4EC9-85D5-2BA270E42761}" destId="{DEED1640-4847-4C3E-9F17-60FCD6604B98}" srcOrd="0" destOrd="0" presId="urn:microsoft.com/office/officeart/2005/8/layout/vProcess5"/>
    <dgm:cxn modelId="{B9805990-301E-425B-97ED-7FFDF12D7BC4}" type="presOf" srcId="{BF2671AB-674F-4C16-9815-1C99E1B0097A}" destId="{26AC36A0-E297-45C0-A7CC-75F4CB084F49}" srcOrd="1" destOrd="0" presId="urn:microsoft.com/office/officeart/2005/8/layout/vProcess5"/>
    <dgm:cxn modelId="{B87D14A3-4625-40E2-BF70-EACB4F48B4BF}" type="presOf" srcId="{7704D209-26A9-408F-A04D-8945EE1509DC}" destId="{8E8FB7D5-46A3-4998-BF1A-BA202F680E65}" srcOrd="0" destOrd="0" presId="urn:microsoft.com/office/officeart/2005/8/layout/vProcess5"/>
    <dgm:cxn modelId="{976558C3-477C-48E7-BCBF-82A18AB1F856}" srcId="{FD6D3D9A-78DB-4695-981A-31CFA744BC81}" destId="{3106C72C-9A78-4EC9-85D5-2BA270E42761}" srcOrd="2" destOrd="0" parTransId="{A272010F-00E5-40E0-96C5-48435631E6DB}" sibTransId="{106329C7-252A-40B0-97A0-E48CC3BD2F6D}"/>
    <dgm:cxn modelId="{4F19B1C5-4382-4C87-BBAA-EEE7BB033E96}" type="presOf" srcId="{6AEAC736-8AE2-4175-8A3D-2C8BC62DA074}" destId="{71C65452-4406-47AB-B051-58652A68A6BB}" srcOrd="1" destOrd="0" presId="urn:microsoft.com/office/officeart/2005/8/layout/vProcess5"/>
    <dgm:cxn modelId="{42C4F3DA-4711-45D2-B27E-5FC778ED600A}" type="presOf" srcId="{6AEAC736-8AE2-4175-8A3D-2C8BC62DA074}" destId="{66571EC1-05FD-4D44-B585-AC8F245F8570}" srcOrd="0" destOrd="0" presId="urn:microsoft.com/office/officeart/2005/8/layout/vProcess5"/>
    <dgm:cxn modelId="{B05352EC-0CF9-4497-B68E-D136D5B90674}" type="presOf" srcId="{BF2671AB-674F-4C16-9815-1C99E1B0097A}" destId="{B0B56267-2C07-48AF-9DBD-C9EBB678CBC1}" srcOrd="0" destOrd="0" presId="urn:microsoft.com/office/officeart/2005/8/layout/vProcess5"/>
    <dgm:cxn modelId="{F1F70BF5-4D40-40FE-9F7F-AF6639C9E3DB}" type="presOf" srcId="{3106C72C-9A78-4EC9-85D5-2BA270E42761}" destId="{FEC82F65-2FE3-49A8-B263-B52ED8CE2E91}" srcOrd="1" destOrd="0" presId="urn:microsoft.com/office/officeart/2005/8/layout/vProcess5"/>
    <dgm:cxn modelId="{7166CABF-5759-485D-895E-7549B3E76873}" type="presParOf" srcId="{074C9942-273E-4F81-B9BF-5781C6879806}" destId="{1A5273AC-0F6D-4D01-A580-FDAA3113221E}" srcOrd="0" destOrd="0" presId="urn:microsoft.com/office/officeart/2005/8/layout/vProcess5"/>
    <dgm:cxn modelId="{689BEC02-1EFA-4C6F-9A91-CABF1D694E80}" type="presParOf" srcId="{074C9942-273E-4F81-B9BF-5781C6879806}" destId="{B0B56267-2C07-48AF-9DBD-C9EBB678CBC1}" srcOrd="1" destOrd="0" presId="urn:microsoft.com/office/officeart/2005/8/layout/vProcess5"/>
    <dgm:cxn modelId="{AB166657-2365-4A13-A579-24AE17F8DA6D}" type="presParOf" srcId="{074C9942-273E-4F81-B9BF-5781C6879806}" destId="{66571EC1-05FD-4D44-B585-AC8F245F8570}" srcOrd="2" destOrd="0" presId="urn:microsoft.com/office/officeart/2005/8/layout/vProcess5"/>
    <dgm:cxn modelId="{6F096B64-648E-46B1-8F8E-E5BBF3BAA116}" type="presParOf" srcId="{074C9942-273E-4F81-B9BF-5781C6879806}" destId="{DEED1640-4847-4C3E-9F17-60FCD6604B98}" srcOrd="3" destOrd="0" presId="urn:microsoft.com/office/officeart/2005/8/layout/vProcess5"/>
    <dgm:cxn modelId="{9F3373D2-E797-4594-B176-40C223AF7D9C}" type="presParOf" srcId="{074C9942-273E-4F81-B9BF-5781C6879806}" destId="{8E8FB7D5-46A3-4998-BF1A-BA202F680E65}" srcOrd="4" destOrd="0" presId="urn:microsoft.com/office/officeart/2005/8/layout/vProcess5"/>
    <dgm:cxn modelId="{3547D510-A3A8-451A-B552-D886FB3E1597}" type="presParOf" srcId="{074C9942-273E-4F81-B9BF-5781C6879806}" destId="{6218BF9E-70D5-4787-A4FC-4EE3B0386840}" srcOrd="5" destOrd="0" presId="urn:microsoft.com/office/officeart/2005/8/layout/vProcess5"/>
    <dgm:cxn modelId="{694C6FBC-324C-4609-89F8-6BF09BFBB15D}" type="presParOf" srcId="{074C9942-273E-4F81-B9BF-5781C6879806}" destId="{26AC36A0-E297-45C0-A7CC-75F4CB084F49}" srcOrd="6" destOrd="0" presId="urn:microsoft.com/office/officeart/2005/8/layout/vProcess5"/>
    <dgm:cxn modelId="{CF704B60-9485-42F4-92F9-6BB9D88B4E2C}" type="presParOf" srcId="{074C9942-273E-4F81-B9BF-5781C6879806}" destId="{71C65452-4406-47AB-B051-58652A68A6BB}" srcOrd="7" destOrd="0" presId="urn:microsoft.com/office/officeart/2005/8/layout/vProcess5"/>
    <dgm:cxn modelId="{6F78B203-97CB-4A10-94D0-51F65F13B771}" type="presParOf" srcId="{074C9942-273E-4F81-B9BF-5781C6879806}" destId="{FEC82F65-2FE3-49A8-B263-B52ED8CE2E91}" srcOrd="8"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A8BFBF2-72C2-4980-A616-837547DD4EF8}"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F5FFF75C-B550-4209-A37E-CB89D9845BB8}">
      <dgm:prSet/>
      <dgm:spPr/>
      <dgm:t>
        <a:bodyPr/>
        <a:lstStyle/>
        <a:p>
          <a:r>
            <a:rPr lang="en-US" b="1"/>
            <a:t>RECOMMENDATION</a:t>
          </a:r>
          <a:br>
            <a:rPr lang="en-US" b="1"/>
          </a:br>
          <a:endParaRPr lang="en-US"/>
        </a:p>
      </dgm:t>
    </dgm:pt>
    <dgm:pt modelId="{3885ADFA-5AB5-4893-AFB7-F968434D6CFF}" type="parTrans" cxnId="{7DD34DB4-3999-470B-B5D8-94071DA90604}">
      <dgm:prSet/>
      <dgm:spPr/>
      <dgm:t>
        <a:bodyPr/>
        <a:lstStyle/>
        <a:p>
          <a:endParaRPr lang="en-US"/>
        </a:p>
      </dgm:t>
    </dgm:pt>
    <dgm:pt modelId="{A63D2EDA-5797-43DD-BEE2-3E5FFD2DF40B}" type="sibTrans" cxnId="{7DD34DB4-3999-470B-B5D8-94071DA90604}">
      <dgm:prSet/>
      <dgm:spPr/>
      <dgm:t>
        <a:bodyPr/>
        <a:lstStyle/>
        <a:p>
          <a:endParaRPr lang="en-US"/>
        </a:p>
      </dgm:t>
    </dgm:pt>
    <dgm:pt modelId="{88BD7228-F3B9-42CC-B7DB-0171095AE222}" type="pres">
      <dgm:prSet presAssocID="{4A8BFBF2-72C2-4980-A616-837547DD4EF8}" presName="linearFlow" presStyleCnt="0">
        <dgm:presLayoutVars>
          <dgm:dir/>
          <dgm:resizeHandles val="exact"/>
        </dgm:presLayoutVars>
      </dgm:prSet>
      <dgm:spPr/>
    </dgm:pt>
    <dgm:pt modelId="{DF59DA40-3057-49A6-8357-610048822D23}" type="pres">
      <dgm:prSet presAssocID="{F5FFF75C-B550-4209-A37E-CB89D9845BB8}" presName="composite" presStyleCnt="0"/>
      <dgm:spPr/>
    </dgm:pt>
    <dgm:pt modelId="{513FF72C-4C3C-463E-8B3F-1F58D745DC4F}" type="pres">
      <dgm:prSet presAssocID="{F5FFF75C-B550-4209-A37E-CB89D9845BB8}" presName="imgShp" presStyleLbl="fgImgPlace1" presStyleIdx="0" presStyleCnt="1" custScaleX="162643" custScaleY="99999"/>
      <dgm:spPr>
        <a:blipFill>
          <a:blip xmlns:r="http://schemas.openxmlformats.org/officeDocument/2006/relationships" r:embed="rId1">
            <a:extLst>
              <a:ext uri="{28A0092B-C50C-407E-A947-70E740481C1C}">
                <a14:useLocalDpi xmlns:a14="http://schemas.microsoft.com/office/drawing/2010/main" val="0"/>
              </a:ext>
            </a:extLst>
          </a:blip>
          <a:srcRect/>
          <a:stretch>
            <a:fillRect l="-58000" r="-58000"/>
          </a:stretch>
        </a:blipFill>
      </dgm:spPr>
    </dgm:pt>
    <dgm:pt modelId="{CAC17A3A-6826-4B39-BFDC-9EF587C9C0E0}" type="pres">
      <dgm:prSet presAssocID="{F5FFF75C-B550-4209-A37E-CB89D9845BB8}" presName="txShp" presStyleLbl="node1" presStyleIdx="0" presStyleCnt="1">
        <dgm:presLayoutVars>
          <dgm:bulletEnabled val="1"/>
        </dgm:presLayoutVars>
      </dgm:prSet>
      <dgm:spPr/>
    </dgm:pt>
  </dgm:ptLst>
  <dgm:cxnLst>
    <dgm:cxn modelId="{66309217-B907-49EE-828F-802A20DA23A6}" type="presOf" srcId="{F5FFF75C-B550-4209-A37E-CB89D9845BB8}" destId="{CAC17A3A-6826-4B39-BFDC-9EF587C9C0E0}" srcOrd="0" destOrd="0" presId="urn:microsoft.com/office/officeart/2005/8/layout/vList3"/>
    <dgm:cxn modelId="{8B2EEC18-F530-4DD3-8146-8B2D2544199C}" type="presOf" srcId="{4A8BFBF2-72C2-4980-A616-837547DD4EF8}" destId="{88BD7228-F3B9-42CC-B7DB-0171095AE222}" srcOrd="0" destOrd="0" presId="urn:microsoft.com/office/officeart/2005/8/layout/vList3"/>
    <dgm:cxn modelId="{7DD34DB4-3999-470B-B5D8-94071DA90604}" srcId="{4A8BFBF2-72C2-4980-A616-837547DD4EF8}" destId="{F5FFF75C-B550-4209-A37E-CB89D9845BB8}" srcOrd="0" destOrd="0" parTransId="{3885ADFA-5AB5-4893-AFB7-F968434D6CFF}" sibTransId="{A63D2EDA-5797-43DD-BEE2-3E5FFD2DF40B}"/>
    <dgm:cxn modelId="{A19DA600-4117-4FB7-AC6B-480AE5ED35AB}" type="presParOf" srcId="{88BD7228-F3B9-42CC-B7DB-0171095AE222}" destId="{DF59DA40-3057-49A6-8357-610048822D23}" srcOrd="0" destOrd="0" presId="urn:microsoft.com/office/officeart/2005/8/layout/vList3"/>
    <dgm:cxn modelId="{197C91DC-9112-4327-910D-A251CBA48EAE}" type="presParOf" srcId="{DF59DA40-3057-49A6-8357-610048822D23}" destId="{513FF72C-4C3C-463E-8B3F-1F58D745DC4F}" srcOrd="0" destOrd="0" presId="urn:microsoft.com/office/officeart/2005/8/layout/vList3"/>
    <dgm:cxn modelId="{F429C6BF-D2BA-49F0-8143-EC329864A584}" type="presParOf" srcId="{DF59DA40-3057-49A6-8357-610048822D23}" destId="{CAC17A3A-6826-4B39-BFDC-9EF587C9C0E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931DD8B9-66E0-4551-9A16-B7D744DCFA00}" type="doc">
      <dgm:prSet loTypeId="urn:microsoft.com/office/officeart/2005/8/layout/hList7" loCatId="list" qsTypeId="urn:microsoft.com/office/officeart/2005/8/quickstyle/simple1" qsCatId="simple" csTypeId="urn:microsoft.com/office/officeart/2005/8/colors/colorful5" csCatId="colorful" phldr="1"/>
      <dgm:spPr/>
      <dgm:t>
        <a:bodyPr/>
        <a:lstStyle/>
        <a:p>
          <a:endParaRPr lang="en-US"/>
        </a:p>
      </dgm:t>
    </dgm:pt>
    <dgm:pt modelId="{1646385F-AD9F-41F3-BA87-856365F2D9F1}">
      <dgm:prSet custT="1"/>
      <dgm:spPr/>
      <dgm:t>
        <a:bodyPr/>
        <a:lstStyle/>
        <a:p>
          <a:pPr algn="ctr">
            <a:lnSpc>
              <a:spcPct val="150000"/>
            </a:lnSpc>
          </a:pPr>
          <a:r>
            <a:rPr lang="en-US" sz="1400" b="1" dirty="0"/>
            <a:t>Focus and invest in youth (Under 20) and female programs for future Olympics</a:t>
          </a:r>
        </a:p>
      </dgm:t>
    </dgm:pt>
    <dgm:pt modelId="{EB844CF2-47C9-47B6-95D3-432D60C3E041}" type="parTrans" cxnId="{A875F2E4-98D1-4FC4-AE5A-959801C6CE8E}">
      <dgm:prSet/>
      <dgm:spPr/>
      <dgm:t>
        <a:bodyPr/>
        <a:lstStyle/>
        <a:p>
          <a:endParaRPr lang="en-US"/>
        </a:p>
      </dgm:t>
    </dgm:pt>
    <dgm:pt modelId="{1FCF567A-7148-4E89-B038-E31325995A0E}" type="sibTrans" cxnId="{A875F2E4-98D1-4FC4-AE5A-959801C6CE8E}">
      <dgm:prSet/>
      <dgm:spPr/>
      <dgm:t>
        <a:bodyPr/>
        <a:lstStyle/>
        <a:p>
          <a:endParaRPr lang="en-US"/>
        </a:p>
      </dgm:t>
    </dgm:pt>
    <dgm:pt modelId="{273F4919-0DCB-4593-80B6-A823F93EA123}">
      <dgm:prSet custT="1"/>
      <dgm:spPr/>
      <dgm:t>
        <a:bodyPr/>
        <a:lstStyle/>
        <a:p>
          <a:pPr algn="ctr">
            <a:lnSpc>
              <a:spcPct val="150000"/>
            </a:lnSpc>
          </a:pPr>
          <a:r>
            <a:rPr lang="en-US" sz="1400" b="1" dirty="0"/>
            <a:t>Infrastructure investment in countries showing potential for performance improvement </a:t>
          </a:r>
        </a:p>
      </dgm:t>
    </dgm:pt>
    <dgm:pt modelId="{D0359EE5-266C-4192-9921-4F87A93E67DE}" type="parTrans" cxnId="{53885DCF-56E5-4D73-8536-75D26B0969CE}">
      <dgm:prSet/>
      <dgm:spPr/>
      <dgm:t>
        <a:bodyPr/>
        <a:lstStyle/>
        <a:p>
          <a:endParaRPr lang="en-US"/>
        </a:p>
      </dgm:t>
    </dgm:pt>
    <dgm:pt modelId="{83238587-4E16-4D5A-BF94-A662D6336321}" type="sibTrans" cxnId="{53885DCF-56E5-4D73-8536-75D26B0969CE}">
      <dgm:prSet/>
      <dgm:spPr/>
      <dgm:t>
        <a:bodyPr/>
        <a:lstStyle/>
        <a:p>
          <a:endParaRPr lang="en-US"/>
        </a:p>
      </dgm:t>
    </dgm:pt>
    <dgm:pt modelId="{E3CB5565-E513-45FF-A6D8-3FEFF9D32543}">
      <dgm:prSet custT="1"/>
      <dgm:spPr/>
      <dgm:t>
        <a:bodyPr/>
        <a:lstStyle/>
        <a:p>
          <a:pPr>
            <a:lnSpc>
              <a:spcPct val="150000"/>
            </a:lnSpc>
          </a:pPr>
          <a:r>
            <a:rPr lang="en-US" sz="1400" b="1" dirty="0"/>
            <a:t>Technology integration for performance optimization and injury prevention</a:t>
          </a:r>
        </a:p>
      </dgm:t>
    </dgm:pt>
    <dgm:pt modelId="{F3603A64-9F27-413A-A1AA-A0EFDDF1DCEF}" type="parTrans" cxnId="{E864F7AF-C5D5-49E6-BC2F-3292BF6E48DA}">
      <dgm:prSet/>
      <dgm:spPr/>
      <dgm:t>
        <a:bodyPr/>
        <a:lstStyle/>
        <a:p>
          <a:endParaRPr lang="en-US"/>
        </a:p>
      </dgm:t>
    </dgm:pt>
    <dgm:pt modelId="{56878B2A-9289-4721-95A6-527578998D36}" type="sibTrans" cxnId="{E864F7AF-C5D5-49E6-BC2F-3292BF6E48DA}">
      <dgm:prSet/>
      <dgm:spPr/>
      <dgm:t>
        <a:bodyPr/>
        <a:lstStyle/>
        <a:p>
          <a:endParaRPr lang="en-US"/>
        </a:p>
      </dgm:t>
    </dgm:pt>
    <dgm:pt modelId="{F7D518EE-CAF0-4B88-A63C-673F7176C78A}">
      <dgm:prSet custT="1"/>
      <dgm:spPr/>
      <dgm:t>
        <a:bodyPr/>
        <a:lstStyle/>
        <a:p>
          <a:pPr>
            <a:lnSpc>
              <a:spcPct val="150000"/>
            </a:lnSpc>
          </a:pPr>
          <a:r>
            <a:rPr lang="en-US" sz="1400" b="1" dirty="0"/>
            <a:t>Use dashboard for real-time monitoring in future Olympics.</a:t>
          </a:r>
        </a:p>
      </dgm:t>
    </dgm:pt>
    <dgm:pt modelId="{2746BED3-AEC9-4854-8FEF-D18E2F96B46E}" type="parTrans" cxnId="{1C1FBAE5-8243-4DDF-8AD7-BF16532980D0}">
      <dgm:prSet/>
      <dgm:spPr/>
      <dgm:t>
        <a:bodyPr/>
        <a:lstStyle/>
        <a:p>
          <a:endParaRPr lang="en-US"/>
        </a:p>
      </dgm:t>
    </dgm:pt>
    <dgm:pt modelId="{4FE6FFB3-4D16-448F-88F8-A14A54500A99}" type="sibTrans" cxnId="{1C1FBAE5-8243-4DDF-8AD7-BF16532980D0}">
      <dgm:prSet/>
      <dgm:spPr/>
      <dgm:t>
        <a:bodyPr/>
        <a:lstStyle/>
        <a:p>
          <a:endParaRPr lang="en-US"/>
        </a:p>
      </dgm:t>
    </dgm:pt>
    <dgm:pt modelId="{2703B1BF-B50F-4168-8CE2-1F246ECD9CFC}">
      <dgm:prSet custT="1"/>
      <dgm:spPr/>
      <dgm:t>
        <a:bodyPr/>
        <a:lstStyle/>
        <a:p>
          <a:pPr>
            <a:lnSpc>
              <a:spcPct val="150000"/>
            </a:lnSpc>
          </a:pPr>
          <a:r>
            <a:rPr lang="en-US" sz="1400" b="1" dirty="0"/>
            <a:t>Analyze underperforming countries for collaboration.</a:t>
          </a:r>
        </a:p>
      </dgm:t>
    </dgm:pt>
    <dgm:pt modelId="{85CB0097-7573-48A7-80F6-0D82F222F00A}" type="parTrans" cxnId="{8660F23C-D250-42CB-AB09-EC42B839F628}">
      <dgm:prSet/>
      <dgm:spPr/>
      <dgm:t>
        <a:bodyPr/>
        <a:lstStyle/>
        <a:p>
          <a:endParaRPr lang="en-US"/>
        </a:p>
      </dgm:t>
    </dgm:pt>
    <dgm:pt modelId="{C2F2A99A-ED00-4B9B-9D76-CD556866E475}" type="sibTrans" cxnId="{8660F23C-D250-42CB-AB09-EC42B839F628}">
      <dgm:prSet/>
      <dgm:spPr/>
      <dgm:t>
        <a:bodyPr/>
        <a:lstStyle/>
        <a:p>
          <a:endParaRPr lang="en-US"/>
        </a:p>
      </dgm:t>
    </dgm:pt>
    <dgm:pt modelId="{DF8E0C19-FDF7-43F6-BBCD-0224D863A4C7}" type="pres">
      <dgm:prSet presAssocID="{931DD8B9-66E0-4551-9A16-B7D744DCFA00}" presName="Name0" presStyleCnt="0">
        <dgm:presLayoutVars>
          <dgm:dir/>
          <dgm:resizeHandles val="exact"/>
        </dgm:presLayoutVars>
      </dgm:prSet>
      <dgm:spPr/>
    </dgm:pt>
    <dgm:pt modelId="{08355E00-F8A9-4CA0-8681-FD0787342C40}" type="pres">
      <dgm:prSet presAssocID="{931DD8B9-66E0-4551-9A16-B7D744DCFA00}" presName="fgShape" presStyleLbl="fgShp" presStyleIdx="0" presStyleCnt="1"/>
      <dgm:spPr/>
    </dgm:pt>
    <dgm:pt modelId="{DC223DFA-C74E-44C3-ABA0-A44CEAD8CB9E}" type="pres">
      <dgm:prSet presAssocID="{931DD8B9-66E0-4551-9A16-B7D744DCFA00}" presName="linComp" presStyleCnt="0"/>
      <dgm:spPr/>
    </dgm:pt>
    <dgm:pt modelId="{A1EFE04A-9972-431C-9DFF-95A18B81ED41}" type="pres">
      <dgm:prSet presAssocID="{1646385F-AD9F-41F3-BA87-856365F2D9F1}" presName="compNode" presStyleCnt="0"/>
      <dgm:spPr/>
    </dgm:pt>
    <dgm:pt modelId="{ADF651DC-A80B-4098-96D6-C6AD2BA1C75E}" type="pres">
      <dgm:prSet presAssocID="{1646385F-AD9F-41F3-BA87-856365F2D9F1}" presName="bkgdShape" presStyleLbl="node1" presStyleIdx="0" presStyleCnt="5"/>
      <dgm:spPr/>
    </dgm:pt>
    <dgm:pt modelId="{220216DD-E0BB-42EB-A3A1-1454D99D259D}" type="pres">
      <dgm:prSet presAssocID="{1646385F-AD9F-41F3-BA87-856365F2D9F1}" presName="nodeTx" presStyleLbl="node1" presStyleIdx="0" presStyleCnt="5">
        <dgm:presLayoutVars>
          <dgm:bulletEnabled val="1"/>
        </dgm:presLayoutVars>
      </dgm:prSet>
      <dgm:spPr/>
    </dgm:pt>
    <dgm:pt modelId="{6F552F06-350B-44FD-BBBA-C9F8812A1AF7}" type="pres">
      <dgm:prSet presAssocID="{1646385F-AD9F-41F3-BA87-856365F2D9F1}" presName="invisiNode" presStyleLbl="node1" presStyleIdx="0" presStyleCnt="5"/>
      <dgm:spPr/>
    </dgm:pt>
    <dgm:pt modelId="{DD0EF44A-02CA-454D-B905-3F3F72BB6638}" type="pres">
      <dgm:prSet presAssocID="{1646385F-AD9F-41F3-BA87-856365F2D9F1}" presName="imagNode" presStyleLbl="fgImgPlace1" presStyleIdx="0" presStyleCnt="5"/>
      <dgm:spPr>
        <a:blipFill>
          <a:blip xmlns:r="http://schemas.openxmlformats.org/officeDocument/2006/relationships" r:embed="rId1"/>
          <a:srcRect/>
          <a:stretch>
            <a:fillRect/>
          </a:stretch>
        </a:blipFill>
      </dgm:spPr>
    </dgm:pt>
    <dgm:pt modelId="{C08CBDA7-35C4-4BE2-ACFA-285831DEB084}" type="pres">
      <dgm:prSet presAssocID="{1FCF567A-7148-4E89-B038-E31325995A0E}" presName="sibTrans" presStyleLbl="sibTrans2D1" presStyleIdx="0" presStyleCnt="0"/>
      <dgm:spPr/>
    </dgm:pt>
    <dgm:pt modelId="{9CE63855-4241-4310-910B-B4DC1899FF02}" type="pres">
      <dgm:prSet presAssocID="{273F4919-0DCB-4593-80B6-A823F93EA123}" presName="compNode" presStyleCnt="0"/>
      <dgm:spPr/>
    </dgm:pt>
    <dgm:pt modelId="{3CC7FE1B-A79E-4430-910D-2B011B130F1C}" type="pres">
      <dgm:prSet presAssocID="{273F4919-0DCB-4593-80B6-A823F93EA123}" presName="bkgdShape" presStyleLbl="node1" presStyleIdx="1" presStyleCnt="5"/>
      <dgm:spPr/>
    </dgm:pt>
    <dgm:pt modelId="{B76F5555-DBD1-47C6-B117-EF23CAEE9B78}" type="pres">
      <dgm:prSet presAssocID="{273F4919-0DCB-4593-80B6-A823F93EA123}" presName="nodeTx" presStyleLbl="node1" presStyleIdx="1" presStyleCnt="5">
        <dgm:presLayoutVars>
          <dgm:bulletEnabled val="1"/>
        </dgm:presLayoutVars>
      </dgm:prSet>
      <dgm:spPr/>
    </dgm:pt>
    <dgm:pt modelId="{E37337EE-7C95-4813-BAFF-3508966E0BCD}" type="pres">
      <dgm:prSet presAssocID="{273F4919-0DCB-4593-80B6-A823F93EA123}" presName="invisiNode" presStyleLbl="node1" presStyleIdx="1" presStyleCnt="5"/>
      <dgm:spPr/>
    </dgm:pt>
    <dgm:pt modelId="{1044E6B7-147C-421F-B7F9-FBCB13425610}" type="pres">
      <dgm:prSet presAssocID="{273F4919-0DCB-4593-80B6-A823F93EA123}" presName="imagNode" presStyleLbl="fgImgPlace1" presStyleIdx="1" presStyleCnt="5"/>
      <dgm:spPr>
        <a:blipFill>
          <a:blip xmlns:r="http://schemas.openxmlformats.org/officeDocument/2006/relationships" r:embed="rId1"/>
          <a:srcRect/>
          <a:stretch>
            <a:fillRect l="-1000" r="-1000"/>
          </a:stretch>
        </a:blipFill>
      </dgm:spPr>
    </dgm:pt>
    <dgm:pt modelId="{2118C54B-1745-4729-9EAB-71942263C578}" type="pres">
      <dgm:prSet presAssocID="{83238587-4E16-4D5A-BF94-A662D6336321}" presName="sibTrans" presStyleLbl="sibTrans2D1" presStyleIdx="0" presStyleCnt="0"/>
      <dgm:spPr/>
    </dgm:pt>
    <dgm:pt modelId="{A448F084-F468-4EED-80C4-537A4A8471FA}" type="pres">
      <dgm:prSet presAssocID="{E3CB5565-E513-45FF-A6D8-3FEFF9D32543}" presName="compNode" presStyleCnt="0"/>
      <dgm:spPr/>
    </dgm:pt>
    <dgm:pt modelId="{EE3FDB73-BDFA-4C3F-990D-00505DE4F66A}" type="pres">
      <dgm:prSet presAssocID="{E3CB5565-E513-45FF-A6D8-3FEFF9D32543}" presName="bkgdShape" presStyleLbl="node1" presStyleIdx="2" presStyleCnt="5"/>
      <dgm:spPr/>
    </dgm:pt>
    <dgm:pt modelId="{3183F720-E0A0-4D5B-9A33-2F2553A405C0}" type="pres">
      <dgm:prSet presAssocID="{E3CB5565-E513-45FF-A6D8-3FEFF9D32543}" presName="nodeTx" presStyleLbl="node1" presStyleIdx="2" presStyleCnt="5">
        <dgm:presLayoutVars>
          <dgm:bulletEnabled val="1"/>
        </dgm:presLayoutVars>
      </dgm:prSet>
      <dgm:spPr/>
    </dgm:pt>
    <dgm:pt modelId="{B313E0AD-9FDB-4313-8301-ED42D1332448}" type="pres">
      <dgm:prSet presAssocID="{E3CB5565-E513-45FF-A6D8-3FEFF9D32543}" presName="invisiNode" presStyleLbl="node1" presStyleIdx="2" presStyleCnt="5"/>
      <dgm:spPr/>
    </dgm:pt>
    <dgm:pt modelId="{89284439-DFB1-447A-9F8E-A5552A8E7EE3}" type="pres">
      <dgm:prSet presAssocID="{E3CB5565-E513-45FF-A6D8-3FEFF9D32543}" presName="imagNode" presStyleLbl="fgImgPlace1" presStyleIdx="2" presStyleCnt="5"/>
      <dgm:spPr>
        <a:blipFill>
          <a:blip xmlns:r="http://schemas.openxmlformats.org/officeDocument/2006/relationships" r:embed="rId1"/>
          <a:srcRect/>
          <a:stretch>
            <a:fillRect l="-1000" r="-1000"/>
          </a:stretch>
        </a:blipFill>
      </dgm:spPr>
    </dgm:pt>
    <dgm:pt modelId="{8EB4AC6C-AAF2-429F-8A27-A2F3F59F7CF3}" type="pres">
      <dgm:prSet presAssocID="{56878B2A-9289-4721-95A6-527578998D36}" presName="sibTrans" presStyleLbl="sibTrans2D1" presStyleIdx="0" presStyleCnt="0"/>
      <dgm:spPr/>
    </dgm:pt>
    <dgm:pt modelId="{8785C6BE-6DDD-45A5-9A5E-A9A30AE4C645}" type="pres">
      <dgm:prSet presAssocID="{F7D518EE-CAF0-4B88-A63C-673F7176C78A}" presName="compNode" presStyleCnt="0"/>
      <dgm:spPr/>
    </dgm:pt>
    <dgm:pt modelId="{B45CBF4D-47F6-4774-AB95-07ECD87286D3}" type="pres">
      <dgm:prSet presAssocID="{F7D518EE-CAF0-4B88-A63C-673F7176C78A}" presName="bkgdShape" presStyleLbl="node1" presStyleIdx="3" presStyleCnt="5"/>
      <dgm:spPr/>
    </dgm:pt>
    <dgm:pt modelId="{7395691A-BCBC-4ACF-85C6-084FFB434965}" type="pres">
      <dgm:prSet presAssocID="{F7D518EE-CAF0-4B88-A63C-673F7176C78A}" presName="nodeTx" presStyleLbl="node1" presStyleIdx="3" presStyleCnt="5">
        <dgm:presLayoutVars>
          <dgm:bulletEnabled val="1"/>
        </dgm:presLayoutVars>
      </dgm:prSet>
      <dgm:spPr/>
    </dgm:pt>
    <dgm:pt modelId="{8A317EB8-A436-472B-B862-76B7C5D03795}" type="pres">
      <dgm:prSet presAssocID="{F7D518EE-CAF0-4B88-A63C-673F7176C78A}" presName="invisiNode" presStyleLbl="node1" presStyleIdx="3" presStyleCnt="5"/>
      <dgm:spPr/>
    </dgm:pt>
    <dgm:pt modelId="{C94190E3-BB9F-4597-95D3-D6FEE8A8010E}" type="pres">
      <dgm:prSet presAssocID="{F7D518EE-CAF0-4B88-A63C-673F7176C78A}" presName="imagNode" presStyleLbl="fgImgPlace1" presStyleIdx="3" presStyleCnt="5"/>
      <dgm:spPr>
        <a:blipFill>
          <a:blip xmlns:r="http://schemas.openxmlformats.org/officeDocument/2006/relationships" r:embed="rId1"/>
          <a:srcRect/>
          <a:stretch>
            <a:fillRect l="-1000" r="-1000"/>
          </a:stretch>
        </a:blipFill>
      </dgm:spPr>
    </dgm:pt>
    <dgm:pt modelId="{5013FD6F-49E4-4905-9CD0-39981D22DDD8}" type="pres">
      <dgm:prSet presAssocID="{4FE6FFB3-4D16-448F-88F8-A14A54500A99}" presName="sibTrans" presStyleLbl="sibTrans2D1" presStyleIdx="0" presStyleCnt="0"/>
      <dgm:spPr/>
    </dgm:pt>
    <dgm:pt modelId="{49CF5B96-7EC5-40D9-B6BF-D4FFA9A1DD36}" type="pres">
      <dgm:prSet presAssocID="{2703B1BF-B50F-4168-8CE2-1F246ECD9CFC}" presName="compNode" presStyleCnt="0"/>
      <dgm:spPr/>
    </dgm:pt>
    <dgm:pt modelId="{6121F10D-CFF5-46F8-BDDC-1B2120D49A08}" type="pres">
      <dgm:prSet presAssocID="{2703B1BF-B50F-4168-8CE2-1F246ECD9CFC}" presName="bkgdShape" presStyleLbl="node1" presStyleIdx="4" presStyleCnt="5"/>
      <dgm:spPr/>
    </dgm:pt>
    <dgm:pt modelId="{8C4FB1F8-F0C2-42BB-B011-4DF4E1CBA6A3}" type="pres">
      <dgm:prSet presAssocID="{2703B1BF-B50F-4168-8CE2-1F246ECD9CFC}" presName="nodeTx" presStyleLbl="node1" presStyleIdx="4" presStyleCnt="5">
        <dgm:presLayoutVars>
          <dgm:bulletEnabled val="1"/>
        </dgm:presLayoutVars>
      </dgm:prSet>
      <dgm:spPr/>
    </dgm:pt>
    <dgm:pt modelId="{6E911BC0-86CE-4E48-9286-E5598A3F5DB6}" type="pres">
      <dgm:prSet presAssocID="{2703B1BF-B50F-4168-8CE2-1F246ECD9CFC}" presName="invisiNode" presStyleLbl="node1" presStyleIdx="4" presStyleCnt="5"/>
      <dgm:spPr/>
    </dgm:pt>
    <dgm:pt modelId="{88AADBE8-DD7B-47F3-8E0A-6DF74B6DC7AC}" type="pres">
      <dgm:prSet presAssocID="{2703B1BF-B50F-4168-8CE2-1F246ECD9CFC}" presName="imagNode" presStyleLbl="fgImgPlace1" presStyleIdx="4" presStyleCnt="5"/>
      <dgm:spPr>
        <a:blipFill>
          <a:blip xmlns:r="http://schemas.openxmlformats.org/officeDocument/2006/relationships" r:embed="rId1"/>
          <a:srcRect/>
          <a:stretch>
            <a:fillRect l="-1000" r="-1000"/>
          </a:stretch>
        </a:blipFill>
      </dgm:spPr>
    </dgm:pt>
  </dgm:ptLst>
  <dgm:cxnLst>
    <dgm:cxn modelId="{4B516809-820C-459B-9C4D-2B406DE02A83}" type="presOf" srcId="{E3CB5565-E513-45FF-A6D8-3FEFF9D32543}" destId="{EE3FDB73-BDFA-4C3F-990D-00505DE4F66A}" srcOrd="0" destOrd="0" presId="urn:microsoft.com/office/officeart/2005/8/layout/hList7"/>
    <dgm:cxn modelId="{D36EF110-CA18-46B0-8B27-B4F41DE586EF}" type="presOf" srcId="{2703B1BF-B50F-4168-8CE2-1F246ECD9CFC}" destId="{8C4FB1F8-F0C2-42BB-B011-4DF4E1CBA6A3}" srcOrd="1" destOrd="0" presId="urn:microsoft.com/office/officeart/2005/8/layout/hList7"/>
    <dgm:cxn modelId="{425B5721-0ADA-475D-89C7-3D66CC8D0361}" type="presOf" srcId="{56878B2A-9289-4721-95A6-527578998D36}" destId="{8EB4AC6C-AAF2-429F-8A27-A2F3F59F7CF3}" srcOrd="0" destOrd="0" presId="urn:microsoft.com/office/officeart/2005/8/layout/hList7"/>
    <dgm:cxn modelId="{F61FD622-B889-40C2-B76B-54610DC8940A}" type="presOf" srcId="{931DD8B9-66E0-4551-9A16-B7D744DCFA00}" destId="{DF8E0C19-FDF7-43F6-BBCD-0224D863A4C7}" srcOrd="0" destOrd="0" presId="urn:microsoft.com/office/officeart/2005/8/layout/hList7"/>
    <dgm:cxn modelId="{B564D12D-79C0-43D7-A704-84B5C2E98B5B}" type="presOf" srcId="{E3CB5565-E513-45FF-A6D8-3FEFF9D32543}" destId="{3183F720-E0A0-4D5B-9A33-2F2553A405C0}" srcOrd="1" destOrd="0" presId="urn:microsoft.com/office/officeart/2005/8/layout/hList7"/>
    <dgm:cxn modelId="{AADE1836-976F-49AA-B218-1F6D98ED766B}" type="presOf" srcId="{1FCF567A-7148-4E89-B038-E31325995A0E}" destId="{C08CBDA7-35C4-4BE2-ACFA-285831DEB084}" srcOrd="0" destOrd="0" presId="urn:microsoft.com/office/officeart/2005/8/layout/hList7"/>
    <dgm:cxn modelId="{8660F23C-D250-42CB-AB09-EC42B839F628}" srcId="{931DD8B9-66E0-4551-9A16-B7D744DCFA00}" destId="{2703B1BF-B50F-4168-8CE2-1F246ECD9CFC}" srcOrd="4" destOrd="0" parTransId="{85CB0097-7573-48A7-80F6-0D82F222F00A}" sibTransId="{C2F2A99A-ED00-4B9B-9D76-CD556866E475}"/>
    <dgm:cxn modelId="{60D6995D-C111-459D-A8E1-B12481BF26D5}" type="presOf" srcId="{1646385F-AD9F-41F3-BA87-856365F2D9F1}" destId="{220216DD-E0BB-42EB-A3A1-1454D99D259D}" srcOrd="1" destOrd="0" presId="urn:microsoft.com/office/officeart/2005/8/layout/hList7"/>
    <dgm:cxn modelId="{4B060F6C-C414-4D40-9B8E-A8B06C71A2EA}" type="presOf" srcId="{F7D518EE-CAF0-4B88-A63C-673F7176C78A}" destId="{B45CBF4D-47F6-4774-AB95-07ECD87286D3}" srcOrd="0" destOrd="0" presId="urn:microsoft.com/office/officeart/2005/8/layout/hList7"/>
    <dgm:cxn modelId="{8488A675-CF4A-499C-9B8B-D92B15AAA25E}" type="presOf" srcId="{1646385F-AD9F-41F3-BA87-856365F2D9F1}" destId="{ADF651DC-A80B-4098-96D6-C6AD2BA1C75E}" srcOrd="0" destOrd="0" presId="urn:microsoft.com/office/officeart/2005/8/layout/hList7"/>
    <dgm:cxn modelId="{5DE88F7A-6089-4EF2-9848-9597ACB3F7F7}" type="presOf" srcId="{4FE6FFB3-4D16-448F-88F8-A14A54500A99}" destId="{5013FD6F-49E4-4905-9CD0-39981D22DDD8}" srcOrd="0" destOrd="0" presId="urn:microsoft.com/office/officeart/2005/8/layout/hList7"/>
    <dgm:cxn modelId="{E864F7AF-C5D5-49E6-BC2F-3292BF6E48DA}" srcId="{931DD8B9-66E0-4551-9A16-B7D744DCFA00}" destId="{E3CB5565-E513-45FF-A6D8-3FEFF9D32543}" srcOrd="2" destOrd="0" parTransId="{F3603A64-9F27-413A-A1AA-A0EFDDF1DCEF}" sibTransId="{56878B2A-9289-4721-95A6-527578998D36}"/>
    <dgm:cxn modelId="{DC769EB9-D591-4C6B-9EAB-28114A4105C2}" type="presOf" srcId="{273F4919-0DCB-4593-80B6-A823F93EA123}" destId="{B76F5555-DBD1-47C6-B117-EF23CAEE9B78}" srcOrd="1" destOrd="0" presId="urn:microsoft.com/office/officeart/2005/8/layout/hList7"/>
    <dgm:cxn modelId="{821AEBBF-416E-4706-8B7E-78D3897F7653}" type="presOf" srcId="{2703B1BF-B50F-4168-8CE2-1F246ECD9CFC}" destId="{6121F10D-CFF5-46F8-BDDC-1B2120D49A08}" srcOrd="0" destOrd="0" presId="urn:microsoft.com/office/officeart/2005/8/layout/hList7"/>
    <dgm:cxn modelId="{29E9B7CD-B3DD-4D1C-B0DC-3D47FAB790B8}" type="presOf" srcId="{273F4919-0DCB-4593-80B6-A823F93EA123}" destId="{3CC7FE1B-A79E-4430-910D-2B011B130F1C}" srcOrd="0" destOrd="0" presId="urn:microsoft.com/office/officeart/2005/8/layout/hList7"/>
    <dgm:cxn modelId="{53885DCF-56E5-4D73-8536-75D26B0969CE}" srcId="{931DD8B9-66E0-4551-9A16-B7D744DCFA00}" destId="{273F4919-0DCB-4593-80B6-A823F93EA123}" srcOrd="1" destOrd="0" parTransId="{D0359EE5-266C-4192-9921-4F87A93E67DE}" sibTransId="{83238587-4E16-4D5A-BF94-A662D6336321}"/>
    <dgm:cxn modelId="{940599D4-90E3-4A69-8F92-C75280627349}" type="presOf" srcId="{F7D518EE-CAF0-4B88-A63C-673F7176C78A}" destId="{7395691A-BCBC-4ACF-85C6-084FFB434965}" srcOrd="1" destOrd="0" presId="urn:microsoft.com/office/officeart/2005/8/layout/hList7"/>
    <dgm:cxn modelId="{A875F2E4-98D1-4FC4-AE5A-959801C6CE8E}" srcId="{931DD8B9-66E0-4551-9A16-B7D744DCFA00}" destId="{1646385F-AD9F-41F3-BA87-856365F2D9F1}" srcOrd="0" destOrd="0" parTransId="{EB844CF2-47C9-47B6-95D3-432D60C3E041}" sibTransId="{1FCF567A-7148-4E89-B038-E31325995A0E}"/>
    <dgm:cxn modelId="{1C1FBAE5-8243-4DDF-8AD7-BF16532980D0}" srcId="{931DD8B9-66E0-4551-9A16-B7D744DCFA00}" destId="{F7D518EE-CAF0-4B88-A63C-673F7176C78A}" srcOrd="3" destOrd="0" parTransId="{2746BED3-AEC9-4854-8FEF-D18E2F96B46E}" sibTransId="{4FE6FFB3-4D16-448F-88F8-A14A54500A99}"/>
    <dgm:cxn modelId="{D719E9FF-A72B-433D-B40B-3F4220192AE5}" type="presOf" srcId="{83238587-4E16-4D5A-BF94-A662D6336321}" destId="{2118C54B-1745-4729-9EAB-71942263C578}" srcOrd="0" destOrd="0" presId="urn:microsoft.com/office/officeart/2005/8/layout/hList7"/>
    <dgm:cxn modelId="{4F0F4967-F772-47DD-971C-8C917DAD2911}" type="presParOf" srcId="{DF8E0C19-FDF7-43F6-BBCD-0224D863A4C7}" destId="{08355E00-F8A9-4CA0-8681-FD0787342C40}" srcOrd="0" destOrd="0" presId="urn:microsoft.com/office/officeart/2005/8/layout/hList7"/>
    <dgm:cxn modelId="{E51207E8-97A0-40EC-B0C2-E621F07D299B}" type="presParOf" srcId="{DF8E0C19-FDF7-43F6-BBCD-0224D863A4C7}" destId="{DC223DFA-C74E-44C3-ABA0-A44CEAD8CB9E}" srcOrd="1" destOrd="0" presId="urn:microsoft.com/office/officeart/2005/8/layout/hList7"/>
    <dgm:cxn modelId="{72F2123D-51C3-44F1-B446-3E415E0A377D}" type="presParOf" srcId="{DC223DFA-C74E-44C3-ABA0-A44CEAD8CB9E}" destId="{A1EFE04A-9972-431C-9DFF-95A18B81ED41}" srcOrd="0" destOrd="0" presId="urn:microsoft.com/office/officeart/2005/8/layout/hList7"/>
    <dgm:cxn modelId="{4568856F-A208-49FA-9800-492FD3655677}" type="presParOf" srcId="{A1EFE04A-9972-431C-9DFF-95A18B81ED41}" destId="{ADF651DC-A80B-4098-96D6-C6AD2BA1C75E}" srcOrd="0" destOrd="0" presId="urn:microsoft.com/office/officeart/2005/8/layout/hList7"/>
    <dgm:cxn modelId="{7D2A8281-959A-46B3-A9C0-C319EB6A140E}" type="presParOf" srcId="{A1EFE04A-9972-431C-9DFF-95A18B81ED41}" destId="{220216DD-E0BB-42EB-A3A1-1454D99D259D}" srcOrd="1" destOrd="0" presId="urn:microsoft.com/office/officeart/2005/8/layout/hList7"/>
    <dgm:cxn modelId="{2C9DB22D-B5FE-4BBA-9A41-B7968F17D2F1}" type="presParOf" srcId="{A1EFE04A-9972-431C-9DFF-95A18B81ED41}" destId="{6F552F06-350B-44FD-BBBA-C9F8812A1AF7}" srcOrd="2" destOrd="0" presId="urn:microsoft.com/office/officeart/2005/8/layout/hList7"/>
    <dgm:cxn modelId="{606470BF-693E-4F0E-95E4-DED125CD8EF5}" type="presParOf" srcId="{A1EFE04A-9972-431C-9DFF-95A18B81ED41}" destId="{DD0EF44A-02CA-454D-B905-3F3F72BB6638}" srcOrd="3" destOrd="0" presId="urn:microsoft.com/office/officeart/2005/8/layout/hList7"/>
    <dgm:cxn modelId="{D3DFFCB0-DB5D-4350-997D-F8C0C4E1FD10}" type="presParOf" srcId="{DC223DFA-C74E-44C3-ABA0-A44CEAD8CB9E}" destId="{C08CBDA7-35C4-4BE2-ACFA-285831DEB084}" srcOrd="1" destOrd="0" presId="urn:microsoft.com/office/officeart/2005/8/layout/hList7"/>
    <dgm:cxn modelId="{B10B1B6E-0F83-44C7-87E6-022E451FFF7B}" type="presParOf" srcId="{DC223DFA-C74E-44C3-ABA0-A44CEAD8CB9E}" destId="{9CE63855-4241-4310-910B-B4DC1899FF02}" srcOrd="2" destOrd="0" presId="urn:microsoft.com/office/officeart/2005/8/layout/hList7"/>
    <dgm:cxn modelId="{104722D4-92B5-4336-8AF0-D9175E6DAAEB}" type="presParOf" srcId="{9CE63855-4241-4310-910B-B4DC1899FF02}" destId="{3CC7FE1B-A79E-4430-910D-2B011B130F1C}" srcOrd="0" destOrd="0" presId="urn:microsoft.com/office/officeart/2005/8/layout/hList7"/>
    <dgm:cxn modelId="{4E473950-5B2B-4EC7-822C-4961A6FBFA25}" type="presParOf" srcId="{9CE63855-4241-4310-910B-B4DC1899FF02}" destId="{B76F5555-DBD1-47C6-B117-EF23CAEE9B78}" srcOrd="1" destOrd="0" presId="urn:microsoft.com/office/officeart/2005/8/layout/hList7"/>
    <dgm:cxn modelId="{01D00E6A-0A62-4030-8CDB-C32092F82623}" type="presParOf" srcId="{9CE63855-4241-4310-910B-B4DC1899FF02}" destId="{E37337EE-7C95-4813-BAFF-3508966E0BCD}" srcOrd="2" destOrd="0" presId="urn:microsoft.com/office/officeart/2005/8/layout/hList7"/>
    <dgm:cxn modelId="{57DA0E43-23F8-454C-81E9-0C9CBA8C7F85}" type="presParOf" srcId="{9CE63855-4241-4310-910B-B4DC1899FF02}" destId="{1044E6B7-147C-421F-B7F9-FBCB13425610}" srcOrd="3" destOrd="0" presId="urn:microsoft.com/office/officeart/2005/8/layout/hList7"/>
    <dgm:cxn modelId="{C4FE9654-1CFB-41C3-81CC-80A5197786E6}" type="presParOf" srcId="{DC223DFA-C74E-44C3-ABA0-A44CEAD8CB9E}" destId="{2118C54B-1745-4729-9EAB-71942263C578}" srcOrd="3" destOrd="0" presId="urn:microsoft.com/office/officeart/2005/8/layout/hList7"/>
    <dgm:cxn modelId="{09E8FAC4-DA36-4355-A083-B70D9ADE55AC}" type="presParOf" srcId="{DC223DFA-C74E-44C3-ABA0-A44CEAD8CB9E}" destId="{A448F084-F468-4EED-80C4-537A4A8471FA}" srcOrd="4" destOrd="0" presId="urn:microsoft.com/office/officeart/2005/8/layout/hList7"/>
    <dgm:cxn modelId="{FCD7262B-D57B-43DA-A3DD-0A0642699C7D}" type="presParOf" srcId="{A448F084-F468-4EED-80C4-537A4A8471FA}" destId="{EE3FDB73-BDFA-4C3F-990D-00505DE4F66A}" srcOrd="0" destOrd="0" presId="urn:microsoft.com/office/officeart/2005/8/layout/hList7"/>
    <dgm:cxn modelId="{9E0893BD-47D9-4E00-BF84-15FAAD677493}" type="presParOf" srcId="{A448F084-F468-4EED-80C4-537A4A8471FA}" destId="{3183F720-E0A0-4D5B-9A33-2F2553A405C0}" srcOrd="1" destOrd="0" presId="urn:microsoft.com/office/officeart/2005/8/layout/hList7"/>
    <dgm:cxn modelId="{533EFA7A-ED19-4E44-B352-E94DEACE1772}" type="presParOf" srcId="{A448F084-F468-4EED-80C4-537A4A8471FA}" destId="{B313E0AD-9FDB-4313-8301-ED42D1332448}" srcOrd="2" destOrd="0" presId="urn:microsoft.com/office/officeart/2005/8/layout/hList7"/>
    <dgm:cxn modelId="{C5C39C1C-1373-4EC5-8BDB-B2C17D9A08DC}" type="presParOf" srcId="{A448F084-F468-4EED-80C4-537A4A8471FA}" destId="{89284439-DFB1-447A-9F8E-A5552A8E7EE3}" srcOrd="3" destOrd="0" presId="urn:microsoft.com/office/officeart/2005/8/layout/hList7"/>
    <dgm:cxn modelId="{E876C79C-3C56-45F4-B7D4-2C12F3D84F5D}" type="presParOf" srcId="{DC223DFA-C74E-44C3-ABA0-A44CEAD8CB9E}" destId="{8EB4AC6C-AAF2-429F-8A27-A2F3F59F7CF3}" srcOrd="5" destOrd="0" presId="urn:microsoft.com/office/officeart/2005/8/layout/hList7"/>
    <dgm:cxn modelId="{A9373D9A-A74B-4E1D-8CC9-FDEB35175EAC}" type="presParOf" srcId="{DC223DFA-C74E-44C3-ABA0-A44CEAD8CB9E}" destId="{8785C6BE-6DDD-45A5-9A5E-A9A30AE4C645}" srcOrd="6" destOrd="0" presId="urn:microsoft.com/office/officeart/2005/8/layout/hList7"/>
    <dgm:cxn modelId="{41FC96B9-8525-4E8E-89E0-4642AB86E32A}" type="presParOf" srcId="{8785C6BE-6DDD-45A5-9A5E-A9A30AE4C645}" destId="{B45CBF4D-47F6-4774-AB95-07ECD87286D3}" srcOrd="0" destOrd="0" presId="urn:microsoft.com/office/officeart/2005/8/layout/hList7"/>
    <dgm:cxn modelId="{5AB499F9-583B-4D81-827D-99A29BE64068}" type="presParOf" srcId="{8785C6BE-6DDD-45A5-9A5E-A9A30AE4C645}" destId="{7395691A-BCBC-4ACF-85C6-084FFB434965}" srcOrd="1" destOrd="0" presId="urn:microsoft.com/office/officeart/2005/8/layout/hList7"/>
    <dgm:cxn modelId="{0B710BDC-5E2D-4934-98C8-495417CC3209}" type="presParOf" srcId="{8785C6BE-6DDD-45A5-9A5E-A9A30AE4C645}" destId="{8A317EB8-A436-472B-B862-76B7C5D03795}" srcOrd="2" destOrd="0" presId="urn:microsoft.com/office/officeart/2005/8/layout/hList7"/>
    <dgm:cxn modelId="{D2DE047E-4C34-43EB-A277-96EEC61060A5}" type="presParOf" srcId="{8785C6BE-6DDD-45A5-9A5E-A9A30AE4C645}" destId="{C94190E3-BB9F-4597-95D3-D6FEE8A8010E}" srcOrd="3" destOrd="0" presId="urn:microsoft.com/office/officeart/2005/8/layout/hList7"/>
    <dgm:cxn modelId="{1FD4CBC2-DD1B-477B-BC6D-954380BF8D0E}" type="presParOf" srcId="{DC223DFA-C74E-44C3-ABA0-A44CEAD8CB9E}" destId="{5013FD6F-49E4-4905-9CD0-39981D22DDD8}" srcOrd="7" destOrd="0" presId="urn:microsoft.com/office/officeart/2005/8/layout/hList7"/>
    <dgm:cxn modelId="{67F777A5-9A7B-4525-908D-CC44B44CEFBA}" type="presParOf" srcId="{DC223DFA-C74E-44C3-ABA0-A44CEAD8CB9E}" destId="{49CF5B96-7EC5-40D9-B6BF-D4FFA9A1DD36}" srcOrd="8" destOrd="0" presId="urn:microsoft.com/office/officeart/2005/8/layout/hList7"/>
    <dgm:cxn modelId="{8C1A9FEA-7F1B-4F83-A272-740C87C3D425}" type="presParOf" srcId="{49CF5B96-7EC5-40D9-B6BF-D4FFA9A1DD36}" destId="{6121F10D-CFF5-46F8-BDDC-1B2120D49A08}" srcOrd="0" destOrd="0" presId="urn:microsoft.com/office/officeart/2005/8/layout/hList7"/>
    <dgm:cxn modelId="{274CFE4B-5B83-4D56-9C42-F25F47CCDDA8}" type="presParOf" srcId="{49CF5B96-7EC5-40D9-B6BF-D4FFA9A1DD36}" destId="{8C4FB1F8-F0C2-42BB-B011-4DF4E1CBA6A3}" srcOrd="1" destOrd="0" presId="urn:microsoft.com/office/officeart/2005/8/layout/hList7"/>
    <dgm:cxn modelId="{E84C2ABD-20F1-4DAB-97FC-3C8D55B4B295}" type="presParOf" srcId="{49CF5B96-7EC5-40D9-B6BF-D4FFA9A1DD36}" destId="{6E911BC0-86CE-4E48-9286-E5598A3F5DB6}" srcOrd="2" destOrd="0" presId="urn:microsoft.com/office/officeart/2005/8/layout/hList7"/>
    <dgm:cxn modelId="{6E49EAAD-08CD-4575-9872-C4D8E8E041B8}" type="presParOf" srcId="{49CF5B96-7EC5-40D9-B6BF-D4FFA9A1DD36}" destId="{88AADBE8-DD7B-47F3-8E0A-6DF74B6DC7AC}" srcOrd="3" destOrd="0" presId="urn:microsoft.com/office/officeart/2005/8/layout/hList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352B454-5DBD-4783-9998-01EEFF8332D8}" type="doc">
      <dgm:prSet loTypeId="urn:microsoft.com/office/officeart/2005/8/layout/vList2" loCatId="list" qsTypeId="urn:microsoft.com/office/officeart/2005/8/quickstyle/simple2" qsCatId="simple" csTypeId="urn:microsoft.com/office/officeart/2005/8/colors/accent6_2" csCatId="accent6" phldr="1"/>
      <dgm:spPr/>
      <dgm:t>
        <a:bodyPr/>
        <a:lstStyle/>
        <a:p>
          <a:endParaRPr lang="en-US"/>
        </a:p>
      </dgm:t>
    </dgm:pt>
    <dgm:pt modelId="{B7477184-C3CB-4CAE-80FD-8F18BF6EAA8D}">
      <dgm:prSet/>
      <dgm:spPr/>
      <dgm:t>
        <a:bodyPr/>
        <a:lstStyle/>
        <a:p>
          <a:r>
            <a:rPr lang="en-US" dirty="0">
              <a:latin typeface="Arial Black" panose="020B0A04020102020204" pitchFamily="34" charset="0"/>
            </a:rPr>
            <a:t>THANK YOU</a:t>
          </a:r>
        </a:p>
      </dgm:t>
    </dgm:pt>
    <dgm:pt modelId="{4A853AE1-A14A-4300-83A7-E845150B3946}" type="parTrans" cxnId="{DDCE7ED4-DFC8-42DA-873C-018D0723A9AE}">
      <dgm:prSet/>
      <dgm:spPr/>
      <dgm:t>
        <a:bodyPr/>
        <a:lstStyle/>
        <a:p>
          <a:endParaRPr lang="en-US"/>
        </a:p>
      </dgm:t>
    </dgm:pt>
    <dgm:pt modelId="{D6DB700F-DE9F-471A-B34B-A78D43602C94}" type="sibTrans" cxnId="{DDCE7ED4-DFC8-42DA-873C-018D0723A9AE}">
      <dgm:prSet/>
      <dgm:spPr/>
      <dgm:t>
        <a:bodyPr/>
        <a:lstStyle/>
        <a:p>
          <a:endParaRPr lang="en-US"/>
        </a:p>
      </dgm:t>
    </dgm:pt>
    <dgm:pt modelId="{F7018F48-101D-4C12-857C-47C81A00B704}" type="pres">
      <dgm:prSet presAssocID="{A352B454-5DBD-4783-9998-01EEFF8332D8}" presName="linear" presStyleCnt="0">
        <dgm:presLayoutVars>
          <dgm:animLvl val="lvl"/>
          <dgm:resizeHandles val="exact"/>
        </dgm:presLayoutVars>
      </dgm:prSet>
      <dgm:spPr/>
    </dgm:pt>
    <dgm:pt modelId="{F5851E46-0B4D-474A-9CDF-40EF80E579D7}" type="pres">
      <dgm:prSet presAssocID="{B7477184-C3CB-4CAE-80FD-8F18BF6EAA8D}" presName="parentText" presStyleLbl="node1" presStyleIdx="0" presStyleCnt="1" custScaleY="132025">
        <dgm:presLayoutVars>
          <dgm:chMax val="0"/>
          <dgm:bulletEnabled val="1"/>
        </dgm:presLayoutVars>
      </dgm:prSet>
      <dgm:spPr/>
    </dgm:pt>
  </dgm:ptLst>
  <dgm:cxnLst>
    <dgm:cxn modelId="{60E55E7B-B255-4ACE-A982-73B069371A78}" type="presOf" srcId="{B7477184-C3CB-4CAE-80FD-8F18BF6EAA8D}" destId="{F5851E46-0B4D-474A-9CDF-40EF80E579D7}" srcOrd="0" destOrd="0" presId="urn:microsoft.com/office/officeart/2005/8/layout/vList2"/>
    <dgm:cxn modelId="{1561E097-4B70-4161-80B7-C7C0BC7169C2}" type="presOf" srcId="{A352B454-5DBD-4783-9998-01EEFF8332D8}" destId="{F7018F48-101D-4C12-857C-47C81A00B704}" srcOrd="0" destOrd="0" presId="urn:microsoft.com/office/officeart/2005/8/layout/vList2"/>
    <dgm:cxn modelId="{DDCE7ED4-DFC8-42DA-873C-018D0723A9AE}" srcId="{A352B454-5DBD-4783-9998-01EEFF8332D8}" destId="{B7477184-C3CB-4CAE-80FD-8F18BF6EAA8D}" srcOrd="0" destOrd="0" parTransId="{4A853AE1-A14A-4300-83A7-E845150B3946}" sibTransId="{D6DB700F-DE9F-471A-B34B-A78D43602C94}"/>
    <dgm:cxn modelId="{ABFE7D39-04B0-46E4-8228-8DEB17E356BE}" type="presParOf" srcId="{F7018F48-101D-4C12-857C-47C81A00B704}" destId="{F5851E46-0B4D-474A-9CDF-40EF80E579D7}"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1C1ED-D624-4AA8-9297-E6AA4AC632EA}">
      <dsp:nvSpPr>
        <dsp:cNvPr id="0" name=""/>
        <dsp:cNvSpPr/>
      </dsp:nvSpPr>
      <dsp:spPr>
        <a:xfrm>
          <a:off x="0" y="1647"/>
          <a:ext cx="10653579" cy="113859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latin typeface="Arial Black" panose="020B0A04020102020204" pitchFamily="34" charset="0"/>
            </a:rPr>
            <a:t>Audience:</a:t>
          </a:r>
          <a:r>
            <a:rPr lang="en-US" sz="1400" kern="1200">
              <a:latin typeface="Arial Black" panose="020B0A04020102020204" pitchFamily="34" charset="0"/>
            </a:rPr>
            <a:t> Sports analysts, IOC representatives, National Olympic Committees (NOCs)</a:t>
          </a:r>
        </a:p>
      </dsp:txBody>
      <dsp:txXfrm>
        <a:off x="55582" y="57229"/>
        <a:ext cx="10542415" cy="1027430"/>
      </dsp:txXfrm>
    </dsp:sp>
    <dsp:sp modelId="{B8BA10B7-9112-4313-A1C3-635EF2D943A6}">
      <dsp:nvSpPr>
        <dsp:cNvPr id="0" name=""/>
        <dsp:cNvSpPr/>
      </dsp:nvSpPr>
      <dsp:spPr>
        <a:xfrm>
          <a:off x="0" y="1152293"/>
          <a:ext cx="10653579" cy="1138594"/>
        </a:xfrm>
        <a:prstGeom prst="roundRect">
          <a:avLst/>
        </a:prstGeom>
        <a:solidFill>
          <a:schemeClr val="accent5">
            <a:hueOff val="3038109"/>
            <a:satOff val="-1368"/>
            <a:lumOff val="-1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latin typeface="Arial Black" panose="020B0A04020102020204" pitchFamily="34" charset="0"/>
            </a:rPr>
            <a:t>Tooling:</a:t>
          </a:r>
          <a:r>
            <a:rPr lang="en-US" sz="1400" kern="1200">
              <a:latin typeface="Arial Black" panose="020B0A04020102020204" pitchFamily="34" charset="0"/>
            </a:rPr>
            <a:t> Power BI (Power Query, DAX), Star-schema model</a:t>
          </a:r>
        </a:p>
      </dsp:txBody>
      <dsp:txXfrm>
        <a:off x="55582" y="1207875"/>
        <a:ext cx="10542415" cy="1027430"/>
      </dsp:txXfrm>
    </dsp:sp>
    <dsp:sp modelId="{0257F649-5603-4F31-B264-0C250640AE58}">
      <dsp:nvSpPr>
        <dsp:cNvPr id="0" name=""/>
        <dsp:cNvSpPr/>
      </dsp:nvSpPr>
      <dsp:spPr>
        <a:xfrm>
          <a:off x="0" y="2302939"/>
          <a:ext cx="10653579" cy="1138594"/>
        </a:xfrm>
        <a:prstGeom prst="roundRect">
          <a:avLst/>
        </a:prstGeom>
        <a:solidFill>
          <a:schemeClr val="accent5">
            <a:hueOff val="6076219"/>
            <a:satOff val="-2736"/>
            <a:lumOff val="-33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latin typeface="Arial Black" panose="020B0A04020102020204" pitchFamily="34" charset="0"/>
            </a:rPr>
            <a:t>Data Sources:</a:t>
          </a:r>
          <a:r>
            <a:rPr lang="en-US" sz="1400" kern="1200">
              <a:latin typeface="Arial Black" panose="020B0A04020102020204" pitchFamily="34" charset="0"/>
            </a:rPr>
            <a:t> medals_total.csv, athletes.csv, events.csv, coaches.csv, noc.csv (and any related lookup tables)</a:t>
          </a:r>
        </a:p>
      </dsp:txBody>
      <dsp:txXfrm>
        <a:off x="55582" y="2358521"/>
        <a:ext cx="10542415" cy="1027430"/>
      </dsp:txXfrm>
    </dsp:sp>
    <dsp:sp modelId="{37F055BD-7661-4B25-A96E-B2D80FEDDE57}">
      <dsp:nvSpPr>
        <dsp:cNvPr id="0" name=""/>
        <dsp:cNvSpPr/>
      </dsp:nvSpPr>
      <dsp:spPr>
        <a:xfrm>
          <a:off x="0" y="3453585"/>
          <a:ext cx="10653579" cy="1138594"/>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150000"/>
            </a:lnSpc>
            <a:spcBef>
              <a:spcPct val="0"/>
            </a:spcBef>
            <a:spcAft>
              <a:spcPct val="35000"/>
            </a:spcAft>
            <a:buNone/>
          </a:pPr>
          <a:r>
            <a:rPr lang="en-US" sz="1400" b="1" kern="1200">
              <a:latin typeface="Arial Black" panose="020B0A04020102020204" pitchFamily="34" charset="0"/>
            </a:rPr>
            <a:t>Purpose: </a:t>
          </a:r>
          <a:r>
            <a:rPr lang="en-US" sz="1400" kern="1200">
              <a:latin typeface="Arial Black" panose="020B0A04020102020204" pitchFamily="34" charset="0"/>
            </a:rPr>
            <a:t>This report explains the key visuals and insights from the Power BI dashboard on the 2024 Paris Summer Olympics. It helps stakeholders understand medal distributions, athlete participation, and trends. The data has been modeled in a star schema to support flexible and interactive analysis.</a:t>
          </a:r>
        </a:p>
      </dsp:txBody>
      <dsp:txXfrm>
        <a:off x="55582" y="3509167"/>
        <a:ext cx="10542415" cy="10274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D66D60-31CB-4FD7-80CB-51974AFD20F8}">
      <dsp:nvSpPr>
        <dsp:cNvPr id="0" name=""/>
        <dsp:cNvSpPr/>
      </dsp:nvSpPr>
      <dsp:spPr>
        <a:xfrm>
          <a:off x="3409144" y="0"/>
          <a:ext cx="3835288" cy="1132258"/>
        </a:xfrm>
        <a:prstGeom prst="round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b="1" kern="1200" dirty="0"/>
            <a:t>Primary Objectives</a:t>
          </a:r>
          <a:br>
            <a:rPr lang="en-US" sz="2900" b="1" kern="1200" dirty="0"/>
          </a:br>
          <a:endParaRPr lang="en-US" sz="2900" kern="1200" dirty="0"/>
        </a:p>
      </dsp:txBody>
      <dsp:txXfrm>
        <a:off x="3464416" y="55272"/>
        <a:ext cx="3724744" cy="10217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A2B68E-3DBA-4903-AAA4-4E8D898574C8}">
      <dsp:nvSpPr>
        <dsp:cNvPr id="0" name=""/>
        <dsp:cNvSpPr/>
      </dsp:nvSpPr>
      <dsp:spPr>
        <a:xfrm rot="16200000">
          <a:off x="-1287216" y="1292939"/>
          <a:ext cx="4593828" cy="2007949"/>
        </a:xfrm>
        <a:prstGeom prst="flowChartManualOperati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165" bIns="0" numCol="1" spcCol="1270" anchor="ctr" anchorCtr="0">
          <a:noAutofit/>
        </a:bodyPr>
        <a:lstStyle/>
        <a:p>
          <a:pPr marL="0" lvl="0" indent="0" algn="ctr" defTabSz="622300">
            <a:lnSpc>
              <a:spcPct val="150000"/>
            </a:lnSpc>
            <a:spcBef>
              <a:spcPct val="0"/>
            </a:spcBef>
            <a:spcAft>
              <a:spcPct val="35000"/>
            </a:spcAft>
            <a:buNone/>
          </a:pPr>
          <a:r>
            <a:rPr lang="en-US" sz="1400" kern="1200">
              <a:latin typeface="Arial Black" panose="020B0A04020102020204" pitchFamily="34" charset="0"/>
            </a:rPr>
            <a:t>This analysis was conducted to: </a:t>
          </a:r>
        </a:p>
      </dsp:txBody>
      <dsp:txXfrm rot="5400000">
        <a:off x="5723" y="918766"/>
        <a:ext cx="2007949" cy="2756296"/>
      </dsp:txXfrm>
    </dsp:sp>
    <dsp:sp modelId="{3A7E1139-50BB-4950-A8B3-E2BE141DD9A8}">
      <dsp:nvSpPr>
        <dsp:cNvPr id="0" name=""/>
        <dsp:cNvSpPr/>
      </dsp:nvSpPr>
      <dsp:spPr>
        <a:xfrm rot="16200000">
          <a:off x="871329" y="1292939"/>
          <a:ext cx="4593828" cy="2007949"/>
        </a:xfrm>
        <a:prstGeom prst="flowChartManualOperation">
          <a:avLst/>
        </a:prstGeom>
        <a:solidFill>
          <a:schemeClr val="accent5">
            <a:hueOff val="2278582"/>
            <a:satOff val="-1026"/>
            <a:lumOff val="-127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165" bIns="0" numCol="1" spcCol="1270" anchor="ctr" anchorCtr="0">
          <a:noAutofit/>
        </a:bodyPr>
        <a:lstStyle/>
        <a:p>
          <a:pPr marL="0" lvl="0" indent="0" algn="ctr" defTabSz="622300">
            <a:lnSpc>
              <a:spcPct val="150000"/>
            </a:lnSpc>
            <a:spcBef>
              <a:spcPct val="0"/>
            </a:spcBef>
            <a:spcAft>
              <a:spcPct val="35000"/>
            </a:spcAft>
            <a:buNone/>
          </a:pPr>
          <a:r>
            <a:rPr lang="en-US" sz="1400" kern="1200">
              <a:latin typeface="Arial Black" panose="020B0A04020102020204" pitchFamily="34" charset="0"/>
            </a:rPr>
            <a:t>1. Evaluate overall performance patterns across participating nations in the 2024 Paris Olympics</a:t>
          </a:r>
        </a:p>
      </dsp:txBody>
      <dsp:txXfrm rot="5400000">
        <a:off x="2164268" y="918766"/>
        <a:ext cx="2007949" cy="2756296"/>
      </dsp:txXfrm>
    </dsp:sp>
    <dsp:sp modelId="{0082BD2D-BD6A-4DB5-B6FB-3A2BBA272C6A}">
      <dsp:nvSpPr>
        <dsp:cNvPr id="0" name=""/>
        <dsp:cNvSpPr/>
      </dsp:nvSpPr>
      <dsp:spPr>
        <a:xfrm rot="16200000">
          <a:off x="3029875" y="1292939"/>
          <a:ext cx="4593828" cy="2007949"/>
        </a:xfrm>
        <a:prstGeom prst="flowChartManualOperation">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165" bIns="0" numCol="1" spcCol="1270" anchor="ctr" anchorCtr="0">
          <a:noAutofit/>
        </a:bodyPr>
        <a:lstStyle/>
        <a:p>
          <a:pPr marL="0" lvl="0" indent="0" algn="ctr" defTabSz="622300">
            <a:lnSpc>
              <a:spcPct val="150000"/>
            </a:lnSpc>
            <a:spcBef>
              <a:spcPct val="0"/>
            </a:spcBef>
            <a:spcAft>
              <a:spcPct val="35000"/>
            </a:spcAft>
            <a:buNone/>
          </a:pPr>
          <a:r>
            <a:rPr lang="en-US" sz="1400" kern="1200">
              <a:latin typeface="Arial Black" panose="020B0A04020102020204" pitchFamily="34" charset="0"/>
            </a:rPr>
            <a:t>2. Identify demographic trends in athlete participation and medal achievement   </a:t>
          </a:r>
        </a:p>
      </dsp:txBody>
      <dsp:txXfrm rot="5400000">
        <a:off x="4322814" y="918766"/>
        <a:ext cx="2007949" cy="2756296"/>
      </dsp:txXfrm>
    </dsp:sp>
    <dsp:sp modelId="{F83CA1C2-702E-4E6F-895E-B2B7D1E616B8}">
      <dsp:nvSpPr>
        <dsp:cNvPr id="0" name=""/>
        <dsp:cNvSpPr/>
      </dsp:nvSpPr>
      <dsp:spPr>
        <a:xfrm rot="16200000">
          <a:off x="5188421" y="1292939"/>
          <a:ext cx="4593828" cy="2007949"/>
        </a:xfrm>
        <a:prstGeom prst="flowChartManualOperation">
          <a:avLst/>
        </a:prstGeom>
        <a:solidFill>
          <a:schemeClr val="accent5">
            <a:hueOff val="6835746"/>
            <a:satOff val="-3078"/>
            <a:lumOff val="-3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165" bIns="0" numCol="1" spcCol="1270" anchor="ctr" anchorCtr="0">
          <a:noAutofit/>
        </a:bodyPr>
        <a:lstStyle/>
        <a:p>
          <a:pPr marL="0" lvl="0" indent="0" algn="ctr" defTabSz="622300">
            <a:lnSpc>
              <a:spcPct val="150000"/>
            </a:lnSpc>
            <a:spcBef>
              <a:spcPct val="0"/>
            </a:spcBef>
            <a:spcAft>
              <a:spcPct val="35000"/>
            </a:spcAft>
            <a:buNone/>
          </a:pPr>
          <a:r>
            <a:rPr lang="en-US" sz="1400" kern="1200">
              <a:latin typeface="Arial Black" panose="020B0A04020102020204" pitchFamily="34" charset="0"/>
            </a:rPr>
            <a:t>3. Assess gender equity progress in Olympic competition </a:t>
          </a:r>
        </a:p>
      </dsp:txBody>
      <dsp:txXfrm rot="5400000">
        <a:off x="6481360" y="918766"/>
        <a:ext cx="2007949" cy="2756296"/>
      </dsp:txXfrm>
    </dsp:sp>
    <dsp:sp modelId="{895DD8E5-C558-43CE-90EE-6253488320DB}">
      <dsp:nvSpPr>
        <dsp:cNvPr id="0" name=""/>
        <dsp:cNvSpPr/>
      </dsp:nvSpPr>
      <dsp:spPr>
        <a:xfrm rot="16200000">
          <a:off x="7346967" y="1292939"/>
          <a:ext cx="4593828" cy="2007949"/>
        </a:xfrm>
        <a:prstGeom prst="flowChartManualOperation">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165" bIns="0" numCol="1" spcCol="1270" anchor="ctr" anchorCtr="0">
          <a:noAutofit/>
        </a:bodyPr>
        <a:lstStyle/>
        <a:p>
          <a:pPr marL="0" lvl="0" indent="0" algn="ctr" defTabSz="622300">
            <a:lnSpc>
              <a:spcPct val="150000"/>
            </a:lnSpc>
            <a:spcBef>
              <a:spcPct val="0"/>
            </a:spcBef>
            <a:spcAft>
              <a:spcPct val="35000"/>
            </a:spcAft>
            <a:buNone/>
          </a:pPr>
          <a:r>
            <a:rPr lang="en-US" sz="1400" kern="1200">
              <a:latin typeface="Arial Black" panose="020B0A04020102020204" pitchFamily="34" charset="0"/>
            </a:rPr>
            <a:t>4.Analyze sport specific participation and performance metrics. </a:t>
          </a:r>
        </a:p>
      </dsp:txBody>
      <dsp:txXfrm rot="5400000">
        <a:off x="8639906" y="918766"/>
        <a:ext cx="2007949" cy="27562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915522-49C1-4854-8E08-291E19B50A73}">
      <dsp:nvSpPr>
        <dsp:cNvPr id="0" name=""/>
        <dsp:cNvSpPr/>
      </dsp:nvSpPr>
      <dsp:spPr>
        <a:xfrm>
          <a:off x="1003075" y="0"/>
          <a:ext cx="7331812" cy="3977094"/>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6EB95B-1292-4ABF-9FC3-4D43F673DD2E}">
      <dsp:nvSpPr>
        <dsp:cNvPr id="0" name=""/>
        <dsp:cNvSpPr/>
      </dsp:nvSpPr>
      <dsp:spPr>
        <a:xfrm>
          <a:off x="797191" y="278074"/>
          <a:ext cx="1551066" cy="155106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150000"/>
            </a:lnSpc>
            <a:spcBef>
              <a:spcPct val="0"/>
            </a:spcBef>
            <a:spcAft>
              <a:spcPct val="35000"/>
            </a:spcAft>
            <a:buNone/>
          </a:pPr>
          <a:r>
            <a:rPr lang="en-US" sz="900" b="1" kern="1200" dirty="0"/>
            <a:t>1. The dashboard is divided into sections viewing from top left to bottom right </a:t>
          </a:r>
          <a:endParaRPr lang="en-US" sz="900" kern="1200" dirty="0"/>
        </a:p>
      </dsp:txBody>
      <dsp:txXfrm>
        <a:off x="872908" y="353791"/>
        <a:ext cx="1399632" cy="1399632"/>
      </dsp:txXfrm>
    </dsp:sp>
    <dsp:sp modelId="{953CE4A7-4D58-4A4A-9494-B805C133F4D0}">
      <dsp:nvSpPr>
        <dsp:cNvPr id="0" name=""/>
        <dsp:cNvSpPr/>
      </dsp:nvSpPr>
      <dsp:spPr>
        <a:xfrm>
          <a:off x="7250160" y="339031"/>
          <a:ext cx="1551066" cy="1551066"/>
        </a:xfrm>
        <a:prstGeom prst="roundRect">
          <a:avLst/>
        </a:prstGeom>
        <a:solidFill>
          <a:schemeClr val="accent5">
            <a:hueOff val="3038109"/>
            <a:satOff val="-1368"/>
            <a:lumOff val="-1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50000"/>
            </a:lnSpc>
            <a:spcBef>
              <a:spcPct val="0"/>
            </a:spcBef>
            <a:spcAft>
              <a:spcPct val="35000"/>
            </a:spcAft>
            <a:buNone/>
          </a:pPr>
          <a:r>
            <a:rPr lang="en-US" sz="1000" b="1" kern="1200" dirty="0"/>
            <a:t>2. The Dashboard starts with the KPI’s,  a world map for total medals by country, </a:t>
          </a:r>
          <a:endParaRPr lang="en-US" sz="1000" kern="1200" dirty="0"/>
        </a:p>
      </dsp:txBody>
      <dsp:txXfrm>
        <a:off x="7325877" y="414748"/>
        <a:ext cx="1399632" cy="1399632"/>
      </dsp:txXfrm>
    </dsp:sp>
    <dsp:sp modelId="{2E4D6FC4-8296-416E-B450-9269EE39FD19}">
      <dsp:nvSpPr>
        <dsp:cNvPr id="0" name=""/>
        <dsp:cNvSpPr/>
      </dsp:nvSpPr>
      <dsp:spPr>
        <a:xfrm>
          <a:off x="1966509" y="2315188"/>
          <a:ext cx="1551066" cy="1551066"/>
        </a:xfrm>
        <a:prstGeom prst="roundRect">
          <a:avLst/>
        </a:prstGeom>
        <a:solidFill>
          <a:schemeClr val="accent5">
            <a:hueOff val="6076219"/>
            <a:satOff val="-2736"/>
            <a:lumOff val="-33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150000"/>
            </a:lnSpc>
            <a:spcBef>
              <a:spcPct val="0"/>
            </a:spcBef>
            <a:spcAft>
              <a:spcPct val="35000"/>
            </a:spcAft>
            <a:buNone/>
          </a:pPr>
          <a:r>
            <a:rPr lang="en-US" sz="900" b="1" kern="1200" dirty="0"/>
            <a:t>3. Bar charts for top sports with athletes participation, Stacked charts for gold medals by gender, </a:t>
          </a:r>
          <a:endParaRPr lang="en-US" sz="900" kern="1200" dirty="0"/>
        </a:p>
      </dsp:txBody>
      <dsp:txXfrm>
        <a:off x="2042226" y="2390905"/>
        <a:ext cx="1399632" cy="1399632"/>
      </dsp:txXfrm>
    </dsp:sp>
    <dsp:sp modelId="{EC5DD484-7BC1-4FB3-81B9-1B15E0E74F27}">
      <dsp:nvSpPr>
        <dsp:cNvPr id="0" name=""/>
        <dsp:cNvSpPr/>
      </dsp:nvSpPr>
      <dsp:spPr>
        <a:xfrm>
          <a:off x="5981093" y="2308674"/>
          <a:ext cx="1551066" cy="1551066"/>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150000"/>
            </a:lnSpc>
            <a:spcBef>
              <a:spcPct val="0"/>
            </a:spcBef>
            <a:spcAft>
              <a:spcPct val="35000"/>
            </a:spcAft>
            <a:buNone/>
          </a:pPr>
          <a:r>
            <a:rPr lang="en-US" sz="900" b="1" kern="1200" dirty="0"/>
            <a:t>4. And column charts for age range participation in events and pie chart for gender participation in event.</a:t>
          </a:r>
          <a:endParaRPr lang="en-US" sz="900" kern="1200" dirty="0"/>
        </a:p>
      </dsp:txBody>
      <dsp:txXfrm>
        <a:off x="6056810" y="2384391"/>
        <a:ext cx="1399632" cy="13996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E12E3-FED5-4088-B9B3-E895C0AC585D}">
      <dsp:nvSpPr>
        <dsp:cNvPr id="0" name=""/>
        <dsp:cNvSpPr/>
      </dsp:nvSpPr>
      <dsp:spPr>
        <a:xfrm>
          <a:off x="0" y="0"/>
          <a:ext cx="10872215" cy="152704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150000"/>
            </a:lnSpc>
            <a:spcBef>
              <a:spcPct val="0"/>
            </a:spcBef>
            <a:spcAft>
              <a:spcPct val="35000"/>
            </a:spcAft>
            <a:buNone/>
          </a:pPr>
          <a:r>
            <a:rPr lang="en-US" sz="1800" b="1" kern="1200" dirty="0">
              <a:latin typeface="Arial Black" panose="020B0A04020102020204" pitchFamily="34" charset="0"/>
            </a:rPr>
            <a:t>Key Findings</a:t>
          </a:r>
          <a:br>
            <a:rPr lang="en-US" sz="1800" b="1" kern="1200" dirty="0">
              <a:latin typeface="Arial Black" panose="020B0A04020102020204" pitchFamily="34" charset="0"/>
            </a:rPr>
          </a:br>
          <a:r>
            <a:rPr lang="en-US" sz="1700" b="1" kern="1200" dirty="0">
              <a:latin typeface="Arial Black" panose="020B0A04020102020204" pitchFamily="34" charset="0"/>
            </a:rPr>
            <a:t>(1) Total Number of Medals by Country (Global Medal Distribution)</a:t>
          </a:r>
          <a:br>
            <a:rPr lang="en-US" sz="1700" b="1" kern="1200" dirty="0">
              <a:latin typeface="Arial Black" panose="020B0A04020102020204" pitchFamily="34" charset="0"/>
            </a:rPr>
          </a:br>
          <a:endParaRPr lang="en-US" sz="1700" kern="1200" dirty="0">
            <a:latin typeface="Arial Black" panose="020B0A04020102020204" pitchFamily="34" charset="0"/>
          </a:endParaRPr>
        </a:p>
      </dsp:txBody>
      <dsp:txXfrm>
        <a:off x="2327148" y="0"/>
        <a:ext cx="8545067" cy="1527048"/>
      </dsp:txXfrm>
    </dsp:sp>
    <dsp:sp modelId="{D275E6F2-D92F-4352-A248-E61C5779F8CE}">
      <dsp:nvSpPr>
        <dsp:cNvPr id="0" name=""/>
        <dsp:cNvSpPr/>
      </dsp:nvSpPr>
      <dsp:spPr>
        <a:xfrm>
          <a:off x="299729" y="0"/>
          <a:ext cx="1598107" cy="1527048"/>
        </a:xfrm>
        <a:prstGeom prst="roundRect">
          <a:avLst>
            <a:gd name="adj" fmla="val 10000"/>
          </a:avLst>
        </a:prstGeom>
        <a:blipFill>
          <a:blip xmlns:r="http://schemas.openxmlformats.org/officeDocument/2006/relationships" r:embed="rId1"/>
          <a:srcRect/>
          <a:stretch>
            <a:fillRect t="-39000" b="-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AFEE7-D167-4F3C-AEB5-02AA6DB20CA1}">
      <dsp:nvSpPr>
        <dsp:cNvPr id="0" name=""/>
        <dsp:cNvSpPr/>
      </dsp:nvSpPr>
      <dsp:spPr>
        <a:xfrm rot="16200000">
          <a:off x="-563936" y="566132"/>
          <a:ext cx="3817942" cy="2685676"/>
        </a:xfrm>
        <a:prstGeom prst="flowChartManualOperati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0" rIns="57150" bIns="0" numCol="1" spcCol="1270" anchor="t" anchorCtr="0">
          <a:noAutofit/>
        </a:bodyPr>
        <a:lstStyle/>
        <a:p>
          <a:pPr marL="0" lvl="0" indent="0" algn="l" defTabSz="400050">
            <a:lnSpc>
              <a:spcPct val="150000"/>
            </a:lnSpc>
            <a:spcBef>
              <a:spcPct val="0"/>
            </a:spcBef>
            <a:spcAft>
              <a:spcPct val="35000"/>
            </a:spcAft>
            <a:buNone/>
          </a:pPr>
          <a:r>
            <a:rPr lang="en-US" sz="900" b="1" kern="1200">
              <a:latin typeface="Arial Black" panose="020B0A04020102020204" pitchFamily="34" charset="0"/>
            </a:rPr>
            <a:t>observation:</a:t>
          </a:r>
          <a:r>
            <a:rPr lang="en-US" sz="900" kern="1200">
              <a:latin typeface="Arial Black" panose="020B0A04020102020204" pitchFamily="34" charset="0"/>
            </a:rPr>
            <a:t> </a:t>
          </a:r>
        </a:p>
        <a:p>
          <a:pPr marL="57150" lvl="1" indent="-57150" algn="l" defTabSz="400050">
            <a:lnSpc>
              <a:spcPct val="150000"/>
            </a:lnSpc>
            <a:spcBef>
              <a:spcPct val="0"/>
            </a:spcBef>
            <a:spcAft>
              <a:spcPct val="15000"/>
            </a:spcAft>
            <a:buChar char="•"/>
          </a:pPr>
          <a:r>
            <a:rPr lang="en-US" sz="900" kern="1200">
              <a:latin typeface="Arial Black" panose="020B0A04020102020204" pitchFamily="34" charset="0"/>
            </a:rPr>
            <a:t>Top Performers: United States (126 medals), China (91), Great Britain (65).</a:t>
          </a:r>
        </a:p>
        <a:p>
          <a:pPr marL="57150" lvl="1" indent="-57150" algn="l" defTabSz="400050">
            <a:lnSpc>
              <a:spcPct val="150000"/>
            </a:lnSpc>
            <a:spcBef>
              <a:spcPct val="0"/>
            </a:spcBef>
            <a:spcAft>
              <a:spcPct val="15000"/>
            </a:spcAft>
            <a:buChar char="•"/>
          </a:pPr>
          <a:r>
            <a:rPr lang="en-US" sz="900" kern="1200" dirty="0">
              <a:latin typeface="Arial Black" panose="020B0A04020102020204" pitchFamily="34" charset="0"/>
            </a:rPr>
            <a:t>Regional Trends: North America and Asia dominate, with Europe showing strong but distributed performance.</a:t>
          </a:r>
        </a:p>
        <a:p>
          <a:pPr marL="57150" lvl="1" indent="-57150" algn="l" defTabSz="400050">
            <a:lnSpc>
              <a:spcPct val="150000"/>
            </a:lnSpc>
            <a:spcBef>
              <a:spcPct val="0"/>
            </a:spcBef>
            <a:spcAft>
              <a:spcPct val="15000"/>
            </a:spcAft>
            <a:buChar char="•"/>
          </a:pPr>
          <a:r>
            <a:rPr lang="en-US" sz="900" kern="1200">
              <a:latin typeface="Arial Black" panose="020B0A04020102020204" pitchFamily="34" charset="0"/>
            </a:rPr>
            <a:t>Total Medals: 1,043 awarded across 92 countries.</a:t>
          </a:r>
        </a:p>
      </dsp:txBody>
      <dsp:txXfrm rot="5400000">
        <a:off x="2197" y="763587"/>
        <a:ext cx="2685676" cy="2290766"/>
      </dsp:txXfrm>
    </dsp:sp>
    <dsp:sp modelId="{BB0AC8E0-ACF0-474B-9511-771259FBB1BC}">
      <dsp:nvSpPr>
        <dsp:cNvPr id="0" name=""/>
        <dsp:cNvSpPr/>
      </dsp:nvSpPr>
      <dsp:spPr>
        <a:xfrm rot="16200000">
          <a:off x="2131810" y="566132"/>
          <a:ext cx="3817942" cy="2685676"/>
        </a:xfrm>
        <a:prstGeom prst="flowChartManualOperation">
          <a:avLst/>
        </a:prstGeom>
        <a:gradFill rotWithShape="0">
          <a:gsLst>
            <a:gs pos="0">
              <a:schemeClr val="accent5">
                <a:hueOff val="9114327"/>
                <a:satOff val="-4104"/>
                <a:lumOff val="-5097"/>
                <a:alphaOff val="0"/>
                <a:lumMod val="110000"/>
                <a:satMod val="105000"/>
                <a:tint val="67000"/>
              </a:schemeClr>
            </a:gs>
            <a:gs pos="50000">
              <a:schemeClr val="accent5">
                <a:hueOff val="9114327"/>
                <a:satOff val="-4104"/>
                <a:lumOff val="-5097"/>
                <a:alphaOff val="0"/>
                <a:lumMod val="105000"/>
                <a:satMod val="103000"/>
                <a:tint val="73000"/>
              </a:schemeClr>
            </a:gs>
            <a:gs pos="100000">
              <a:schemeClr val="accent5">
                <a:hueOff val="9114327"/>
                <a:satOff val="-4104"/>
                <a:lumOff val="-509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0" tIns="0" rIns="63500" bIns="0" numCol="1" spcCol="1270" anchor="ctr" anchorCtr="0">
          <a:noAutofit/>
        </a:bodyPr>
        <a:lstStyle/>
        <a:p>
          <a:pPr marL="0" lvl="0" indent="0" algn="ctr" defTabSz="444500">
            <a:lnSpc>
              <a:spcPct val="150000"/>
            </a:lnSpc>
            <a:spcBef>
              <a:spcPct val="0"/>
            </a:spcBef>
            <a:spcAft>
              <a:spcPct val="35000"/>
            </a:spcAft>
            <a:buNone/>
          </a:pPr>
          <a:r>
            <a:rPr lang="en-US" sz="1000" b="1" kern="1200">
              <a:latin typeface="Arial Black" panose="020B0A04020102020204" pitchFamily="34" charset="0"/>
            </a:rPr>
            <a:t>Insights</a:t>
          </a:r>
          <a:r>
            <a:rPr lang="en-US" sz="1000" kern="1200">
              <a:latin typeface="Arial Black" panose="020B0A04020102020204" pitchFamily="34" charset="0"/>
            </a:rPr>
            <a:t> :This map provides a geographic overview of medals won. Hovering over countries reveals exact totals. The US and China lead, highlighting their investment in sports infrastructure.</a:t>
          </a:r>
        </a:p>
      </dsp:txBody>
      <dsp:txXfrm rot="5400000">
        <a:off x="2697943" y="763587"/>
        <a:ext cx="2685676" cy="22907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E12E3-FED5-4088-B9B3-E895C0AC585D}">
      <dsp:nvSpPr>
        <dsp:cNvPr id="0" name=""/>
        <dsp:cNvSpPr/>
      </dsp:nvSpPr>
      <dsp:spPr>
        <a:xfrm>
          <a:off x="0" y="0"/>
          <a:ext cx="10872215" cy="152704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150000"/>
            </a:lnSpc>
            <a:spcBef>
              <a:spcPct val="0"/>
            </a:spcBef>
            <a:spcAft>
              <a:spcPct val="35000"/>
            </a:spcAft>
            <a:buNone/>
          </a:pPr>
          <a:br>
            <a:rPr lang="en-US" sz="1800" b="1" kern="1200" dirty="0">
              <a:latin typeface="Arial Black" panose="020B0A04020102020204" pitchFamily="34" charset="0"/>
            </a:rPr>
          </a:br>
          <a:r>
            <a:rPr lang="en-US" sz="1700" b="1" kern="1200" dirty="0">
              <a:latin typeface="Arial Black" panose="020B0A04020102020204" pitchFamily="34" charset="0"/>
            </a:rPr>
            <a:t>(2) Top Five Games by Athletes </a:t>
          </a:r>
          <a:br>
            <a:rPr lang="en-US" sz="1700" b="1" kern="1200" dirty="0">
              <a:latin typeface="Arial Black" panose="020B0A04020102020204" pitchFamily="34" charset="0"/>
            </a:rPr>
          </a:br>
          <a:endParaRPr lang="en-US" sz="1700" kern="1200" dirty="0">
            <a:latin typeface="Arial Black" panose="020B0A04020102020204" pitchFamily="34" charset="0"/>
          </a:endParaRPr>
        </a:p>
      </dsp:txBody>
      <dsp:txXfrm>
        <a:off x="2327148" y="0"/>
        <a:ext cx="8545067" cy="1527048"/>
      </dsp:txXfrm>
    </dsp:sp>
    <dsp:sp modelId="{D275E6F2-D92F-4352-A248-E61C5779F8CE}">
      <dsp:nvSpPr>
        <dsp:cNvPr id="0" name=""/>
        <dsp:cNvSpPr/>
      </dsp:nvSpPr>
      <dsp:spPr>
        <a:xfrm>
          <a:off x="299729" y="0"/>
          <a:ext cx="1598107" cy="1527048"/>
        </a:xfrm>
        <a:prstGeom prst="roundRect">
          <a:avLst>
            <a:gd name="adj" fmla="val 10000"/>
          </a:avLst>
        </a:prstGeom>
        <a:blipFill>
          <a:blip xmlns:r="http://schemas.openxmlformats.org/officeDocument/2006/relationships" r:embed="rId1"/>
          <a:srcRect/>
          <a:stretch>
            <a:fillRect t="-39000" b="-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EDEDA-FF23-479E-9C18-FE0F8E19C487}">
      <dsp:nvSpPr>
        <dsp:cNvPr id="0" name=""/>
        <dsp:cNvSpPr/>
      </dsp:nvSpPr>
      <dsp:spPr>
        <a:xfrm rot="16200000">
          <a:off x="-250987" y="254661"/>
          <a:ext cx="4043127" cy="3533804"/>
        </a:xfrm>
        <a:prstGeom prst="flowChartManualOperation">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76200" bIns="0" numCol="1" spcCol="1270" anchor="t" anchorCtr="0">
          <a:noAutofit/>
        </a:bodyPr>
        <a:lstStyle/>
        <a:p>
          <a:pPr marL="0" lvl="0" indent="0" algn="l" defTabSz="533400">
            <a:lnSpc>
              <a:spcPct val="150000"/>
            </a:lnSpc>
            <a:spcBef>
              <a:spcPct val="0"/>
            </a:spcBef>
            <a:spcAft>
              <a:spcPct val="35000"/>
            </a:spcAft>
            <a:buNone/>
          </a:pPr>
          <a:r>
            <a:rPr lang="en-US" sz="1200" b="1" kern="1200" dirty="0">
              <a:latin typeface="Arial Black" panose="020B0A04020102020204" pitchFamily="34" charset="0"/>
            </a:rPr>
            <a:t>Observation:</a:t>
          </a:r>
          <a:r>
            <a:rPr lang="en-US" sz="1100" kern="1200" dirty="0">
              <a:latin typeface="Arial Black" panose="020B0A04020102020204" pitchFamily="34" charset="0"/>
            </a:rPr>
            <a:t> </a:t>
          </a:r>
        </a:p>
        <a:p>
          <a:pPr marL="57150" lvl="1" indent="-57150" algn="l" defTabSz="488950">
            <a:lnSpc>
              <a:spcPct val="150000"/>
            </a:lnSpc>
            <a:spcBef>
              <a:spcPct val="0"/>
            </a:spcBef>
            <a:spcAft>
              <a:spcPct val="15000"/>
            </a:spcAft>
            <a:buSzPts val="1000"/>
            <a:buFont typeface="Symbol" panose="05050102010706020507" pitchFamily="18" charset="2"/>
            <a:buChar char=""/>
          </a:pPr>
          <a:r>
            <a:rPr lang="en-US" sz="1100" b="1" kern="1200" dirty="0">
              <a:latin typeface="Arial Black" panose="020B0A04020102020204" pitchFamily="34" charset="0"/>
            </a:rPr>
            <a:t>Athletics dominates with 2,018 total events/participants</a:t>
          </a:r>
          <a:endParaRPr lang="en-US" sz="1100" kern="1200" dirty="0">
            <a:latin typeface="Arial Black" panose="020B0A04020102020204" pitchFamily="34" charset="0"/>
          </a:endParaRPr>
        </a:p>
        <a:p>
          <a:pPr marL="57150" lvl="1" indent="-57150" algn="l" defTabSz="488950">
            <a:lnSpc>
              <a:spcPct val="150000"/>
            </a:lnSpc>
            <a:spcBef>
              <a:spcPct val="0"/>
            </a:spcBef>
            <a:spcAft>
              <a:spcPct val="15000"/>
            </a:spcAft>
            <a:buSzPts val="1000"/>
            <a:buFont typeface="Symbol" panose="05050102010706020507" pitchFamily="18" charset="2"/>
            <a:buChar char=""/>
          </a:pPr>
          <a:r>
            <a:rPr lang="en-US" sz="1100" b="1" kern="1200">
              <a:latin typeface="Arial Black" panose="020B0A04020102020204" pitchFamily="34" charset="0"/>
            </a:rPr>
            <a:t>Swimming shows strong engagement with 836 participants</a:t>
          </a:r>
          <a:endParaRPr lang="en-US" sz="1100" kern="1200">
            <a:latin typeface="Arial Black" panose="020B0A04020102020204" pitchFamily="34" charset="0"/>
          </a:endParaRPr>
        </a:p>
        <a:p>
          <a:pPr marL="57150" lvl="1" indent="-57150" algn="l" defTabSz="488950">
            <a:lnSpc>
              <a:spcPct val="150000"/>
            </a:lnSpc>
            <a:spcBef>
              <a:spcPct val="0"/>
            </a:spcBef>
            <a:spcAft>
              <a:spcPct val="15000"/>
            </a:spcAft>
            <a:buSzPts val="1000"/>
            <a:buFont typeface="Symbol" panose="05050102010706020507" pitchFamily="18" charset="2"/>
            <a:buChar char=""/>
          </a:pPr>
          <a:r>
            <a:rPr lang="en-US" sz="1100" b="1" kern="1200">
              <a:latin typeface="Arial Black" panose="020B0A04020102020204" pitchFamily="34" charset="0"/>
            </a:rPr>
            <a:t>Football maintains significant presence with 553 participants</a:t>
          </a:r>
          <a:endParaRPr lang="en-US" sz="1100" kern="1200">
            <a:latin typeface="Arial Black" panose="020B0A04020102020204" pitchFamily="34" charset="0"/>
          </a:endParaRPr>
        </a:p>
        <a:p>
          <a:pPr marL="57150" lvl="1" indent="-57150" algn="l" defTabSz="488950">
            <a:lnSpc>
              <a:spcPct val="150000"/>
            </a:lnSpc>
            <a:spcBef>
              <a:spcPct val="0"/>
            </a:spcBef>
            <a:spcAft>
              <a:spcPct val="15000"/>
            </a:spcAft>
            <a:buSzPts val="1000"/>
            <a:buFont typeface="Symbol" panose="05050102010706020507" pitchFamily="18" charset="2"/>
            <a:buChar char=""/>
          </a:pPr>
          <a:r>
            <a:rPr lang="en-US" sz="1100" b="1" kern="1200" dirty="0">
              <a:latin typeface="Arial Black" panose="020B0A04020102020204" pitchFamily="34" charset="0"/>
            </a:rPr>
            <a:t>Rowing and Hockey complete the top five most participated sports</a:t>
          </a:r>
          <a:endParaRPr lang="en-US" sz="1100" kern="1200" dirty="0">
            <a:latin typeface="Arial Black" panose="020B0A04020102020204" pitchFamily="34" charset="0"/>
          </a:endParaRPr>
        </a:p>
      </dsp:txBody>
      <dsp:txXfrm rot="5400000">
        <a:off x="3675" y="808624"/>
        <a:ext cx="3533804" cy="2425877"/>
      </dsp:txXfrm>
    </dsp:sp>
    <dsp:sp modelId="{01D47C5B-C22F-4BC0-8692-0C79175E9FD7}">
      <dsp:nvSpPr>
        <dsp:cNvPr id="0" name=""/>
        <dsp:cNvSpPr/>
      </dsp:nvSpPr>
      <dsp:spPr>
        <a:xfrm rot="16200000">
          <a:off x="3547851" y="254661"/>
          <a:ext cx="4043127" cy="3533804"/>
        </a:xfrm>
        <a:prstGeom prst="flowChartManualOperation">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8900" bIns="0" numCol="1" spcCol="1270" anchor="ctr" anchorCtr="0">
          <a:noAutofit/>
        </a:bodyPr>
        <a:lstStyle/>
        <a:p>
          <a:pPr marL="0" lvl="0" indent="0" algn="ctr" defTabSz="622300">
            <a:lnSpc>
              <a:spcPct val="150000"/>
            </a:lnSpc>
            <a:spcBef>
              <a:spcPct val="0"/>
            </a:spcBef>
            <a:spcAft>
              <a:spcPct val="35000"/>
            </a:spcAft>
            <a:buNone/>
          </a:pPr>
          <a:r>
            <a:rPr lang="en-US" sz="1400" b="1" kern="1200" dirty="0">
              <a:latin typeface="Arial Black" panose="020B0A04020102020204" pitchFamily="34" charset="0"/>
            </a:rPr>
            <a:t>Insights:</a:t>
          </a:r>
          <a:r>
            <a:rPr lang="en-US" sz="1100" kern="1200" dirty="0">
              <a:latin typeface="Arial Black" panose="020B0A04020102020204" pitchFamily="34" charset="0"/>
            </a:rPr>
            <a:t> The chart highlights games with the largest athlete pools. Athletics stands out due to its variety of events, suggesting opportunities for broader talent development.</a:t>
          </a:r>
        </a:p>
      </dsp:txBody>
      <dsp:txXfrm rot="5400000">
        <a:off x="3802513" y="808624"/>
        <a:ext cx="3533804" cy="242587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E12E3-FED5-4088-B9B3-E895C0AC585D}">
      <dsp:nvSpPr>
        <dsp:cNvPr id="0" name=""/>
        <dsp:cNvSpPr/>
      </dsp:nvSpPr>
      <dsp:spPr>
        <a:xfrm>
          <a:off x="0" y="0"/>
          <a:ext cx="10872215" cy="152704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150000"/>
            </a:lnSpc>
            <a:spcBef>
              <a:spcPct val="0"/>
            </a:spcBef>
            <a:spcAft>
              <a:spcPct val="35000"/>
            </a:spcAft>
            <a:buNone/>
          </a:pPr>
          <a:br>
            <a:rPr lang="en-US" sz="1800" b="1" kern="1200" dirty="0">
              <a:latin typeface="Arial Black" panose="020B0A04020102020204" pitchFamily="34" charset="0"/>
            </a:rPr>
          </a:br>
          <a:r>
            <a:rPr lang="en-US" sz="1700" b="1" kern="1200" dirty="0">
              <a:latin typeface="Arial Black" panose="020B0A04020102020204" pitchFamily="34" charset="0"/>
            </a:rPr>
            <a:t>(3) Top Five Countries by Medals</a:t>
          </a:r>
          <a:br>
            <a:rPr lang="en-US" sz="1700" b="1" kern="1200" dirty="0">
              <a:latin typeface="Arial Black" panose="020B0A04020102020204" pitchFamily="34" charset="0"/>
            </a:rPr>
          </a:br>
          <a:endParaRPr lang="en-US" sz="1700" kern="1200" dirty="0">
            <a:latin typeface="Arial Black" panose="020B0A04020102020204" pitchFamily="34" charset="0"/>
          </a:endParaRPr>
        </a:p>
      </dsp:txBody>
      <dsp:txXfrm>
        <a:off x="2327148" y="0"/>
        <a:ext cx="8545067" cy="1527048"/>
      </dsp:txXfrm>
    </dsp:sp>
    <dsp:sp modelId="{D275E6F2-D92F-4352-A248-E61C5779F8CE}">
      <dsp:nvSpPr>
        <dsp:cNvPr id="0" name=""/>
        <dsp:cNvSpPr/>
      </dsp:nvSpPr>
      <dsp:spPr>
        <a:xfrm>
          <a:off x="432794" y="0"/>
          <a:ext cx="1549986" cy="1504056"/>
        </a:xfrm>
        <a:prstGeom prst="roundRect">
          <a:avLst>
            <a:gd name="adj" fmla="val 10000"/>
          </a:avLst>
        </a:prstGeom>
        <a:blipFill>
          <a:blip xmlns:r="http://schemas.openxmlformats.org/officeDocument/2006/relationships" r:embed="rId1"/>
          <a:srcRect/>
          <a:stretch>
            <a:fillRect t="-39000" b="-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A902E-BBF2-4FB1-9DCF-77B421BCC8F6}">
      <dsp:nvSpPr>
        <dsp:cNvPr id="0" name=""/>
        <dsp:cNvSpPr/>
      </dsp:nvSpPr>
      <dsp:spPr>
        <a:xfrm>
          <a:off x="0" y="2117436"/>
          <a:ext cx="7339991" cy="1216800"/>
        </a:xfrm>
        <a:prstGeom prst="roundRect">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150000"/>
            </a:lnSpc>
            <a:spcBef>
              <a:spcPct val="0"/>
            </a:spcBef>
            <a:spcAft>
              <a:spcPct val="35000"/>
            </a:spcAft>
            <a:buSzPts val="1000"/>
            <a:buFont typeface="Symbol" panose="05050102010706020507" pitchFamily="18" charset="2"/>
            <a:buNone/>
          </a:pPr>
          <a:r>
            <a:rPr lang="en-US" sz="1100" b="1" kern="1200" dirty="0">
              <a:latin typeface="Arial Black" panose="020B0A04020102020204" pitchFamily="34" charset="0"/>
            </a:rPr>
            <a:t>Insights</a:t>
          </a:r>
          <a:r>
            <a:rPr lang="en-US" sz="1100" b="1" kern="1200" dirty="0"/>
            <a:t>:</a:t>
          </a:r>
          <a:r>
            <a:rPr lang="en-US" sz="1100" kern="1200" dirty="0"/>
            <a:t> </a:t>
          </a:r>
          <a:r>
            <a:rPr lang="en-US" sz="1100" b="1" kern="1200" dirty="0">
              <a:latin typeface="Arial Black" panose="020B0A04020102020204" pitchFamily="34" charset="0"/>
            </a:rPr>
            <a:t>Here, we see the medal breakdown for top countries. The US excels across all types of medals revealing the countries investment in athletes training and infrastructure, while China focuses on gold, reflecting strategic training emphases.</a:t>
          </a:r>
        </a:p>
      </dsp:txBody>
      <dsp:txXfrm>
        <a:off x="59399" y="2176835"/>
        <a:ext cx="7221193" cy="1098002"/>
      </dsp:txXfrm>
    </dsp:sp>
    <dsp:sp modelId="{A13351EB-EBB2-4DC7-968C-F3EED7834C89}">
      <dsp:nvSpPr>
        <dsp:cNvPr id="0" name=""/>
        <dsp:cNvSpPr/>
      </dsp:nvSpPr>
      <dsp:spPr>
        <a:xfrm>
          <a:off x="0" y="110995"/>
          <a:ext cx="7339991" cy="1984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045" tIns="13970" rIns="78232" bIns="13970" numCol="1" spcCol="1270" anchor="t" anchorCtr="0">
          <a:noAutofit/>
        </a:bodyPr>
        <a:lstStyle/>
        <a:p>
          <a:pPr marL="57150" lvl="1" indent="-57150" algn="l" defTabSz="488950">
            <a:lnSpc>
              <a:spcPct val="150000"/>
            </a:lnSpc>
            <a:spcBef>
              <a:spcPct val="0"/>
            </a:spcBef>
            <a:spcAft>
              <a:spcPct val="20000"/>
            </a:spcAft>
            <a:buSzPts val="1000"/>
            <a:buFont typeface="Wingdings" panose="05000000000000000000" pitchFamily="2" charset="2"/>
            <a:buChar char=""/>
          </a:pPr>
          <a:r>
            <a:rPr lang="en-US" sz="1100" kern="1200" dirty="0">
              <a:latin typeface="Arial Black" panose="020B0A04020102020204" pitchFamily="34" charset="0"/>
            </a:rPr>
            <a:t>United States: Overall leader (126 total, 40 gold).</a:t>
          </a:r>
        </a:p>
        <a:p>
          <a:pPr marL="57150" lvl="1" indent="-57150" algn="l" defTabSz="488950">
            <a:lnSpc>
              <a:spcPct val="150000"/>
            </a:lnSpc>
            <a:spcBef>
              <a:spcPct val="0"/>
            </a:spcBef>
            <a:spcAft>
              <a:spcPct val="20000"/>
            </a:spcAft>
            <a:buSzPts val="1000"/>
            <a:buFont typeface="Wingdings" panose="05000000000000000000" pitchFamily="2" charset="2"/>
            <a:buChar char=""/>
          </a:pPr>
          <a:r>
            <a:rPr lang="en-US" sz="1100" kern="1200">
              <a:latin typeface="Arial Black" panose="020B0A04020102020204" pitchFamily="34" charset="0"/>
            </a:rPr>
            <a:t>China: High gold count (40), balanced medals.</a:t>
          </a:r>
          <a:endParaRPr lang="en-US" sz="1100" kern="1200" dirty="0">
            <a:latin typeface="Arial Black" panose="020B0A04020102020204" pitchFamily="34" charset="0"/>
          </a:endParaRPr>
        </a:p>
        <a:p>
          <a:pPr marL="57150" lvl="1" indent="-57150" algn="l" defTabSz="488950">
            <a:lnSpc>
              <a:spcPct val="150000"/>
            </a:lnSpc>
            <a:spcBef>
              <a:spcPct val="0"/>
            </a:spcBef>
            <a:spcAft>
              <a:spcPct val="20000"/>
            </a:spcAft>
            <a:buSzPts val="1000"/>
            <a:buFont typeface="Wingdings" panose="05000000000000000000" pitchFamily="2" charset="2"/>
            <a:buChar char=""/>
          </a:pPr>
          <a:r>
            <a:rPr lang="en-US" sz="1100" kern="1200" dirty="0">
              <a:latin typeface="Arial Black" panose="020B0A04020102020204" pitchFamily="34" charset="0"/>
            </a:rPr>
            <a:t>Australia: Strong performance (53 total).</a:t>
          </a:r>
        </a:p>
        <a:p>
          <a:pPr marL="57150" lvl="1" indent="-57150" algn="l" defTabSz="488950">
            <a:lnSpc>
              <a:spcPct val="150000"/>
            </a:lnSpc>
            <a:spcBef>
              <a:spcPct val="0"/>
            </a:spcBef>
            <a:spcAft>
              <a:spcPct val="20000"/>
            </a:spcAft>
            <a:buSzPts val="1000"/>
            <a:buFont typeface="Wingdings" panose="05000000000000000000" pitchFamily="2" charset="2"/>
            <a:buChar char=""/>
          </a:pPr>
          <a:r>
            <a:rPr lang="en-US" sz="1100" kern="1200">
              <a:latin typeface="Arial Black" panose="020B0A04020102020204" pitchFamily="34" charset="0"/>
            </a:rPr>
            <a:t>France (host): 64 total.</a:t>
          </a:r>
        </a:p>
        <a:p>
          <a:pPr marL="57150" lvl="1" indent="-57150" algn="l" defTabSz="488950">
            <a:lnSpc>
              <a:spcPct val="150000"/>
            </a:lnSpc>
            <a:spcBef>
              <a:spcPct val="0"/>
            </a:spcBef>
            <a:spcAft>
              <a:spcPct val="20000"/>
            </a:spcAft>
            <a:buSzPts val="1000"/>
            <a:buFont typeface="Wingdings" panose="05000000000000000000" pitchFamily="2" charset="2"/>
            <a:buChar char=""/>
          </a:pPr>
          <a:r>
            <a:rPr lang="en-US" sz="1100" kern="1200" dirty="0">
              <a:latin typeface="Arial Black" panose="020B0A04020102020204" pitchFamily="34" charset="0"/>
            </a:rPr>
            <a:t>Great Britain: 65 total.</a:t>
          </a:r>
        </a:p>
        <a:p>
          <a:pPr marL="57150" lvl="1" indent="-57150" algn="l" defTabSz="488950">
            <a:lnSpc>
              <a:spcPct val="150000"/>
            </a:lnSpc>
            <a:spcBef>
              <a:spcPct val="0"/>
            </a:spcBef>
            <a:spcAft>
              <a:spcPct val="20000"/>
            </a:spcAft>
            <a:buSzPts val="1000"/>
            <a:buFont typeface="Wingdings" panose="05000000000000000000" pitchFamily="2" charset="2"/>
            <a:buChar char=""/>
          </a:pPr>
          <a:r>
            <a:rPr lang="en-US" sz="1100" kern="1200" dirty="0">
              <a:latin typeface="Arial Black" panose="020B0A04020102020204" pitchFamily="34" charset="0"/>
            </a:rPr>
            <a:t>Trend: Balanced medal types indicate versatile athletic programs.</a:t>
          </a:r>
        </a:p>
      </dsp:txBody>
      <dsp:txXfrm>
        <a:off x="0" y="110995"/>
        <a:ext cx="7339991" cy="19846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E12E3-FED5-4088-B9B3-E895C0AC585D}">
      <dsp:nvSpPr>
        <dsp:cNvPr id="0" name=""/>
        <dsp:cNvSpPr/>
      </dsp:nvSpPr>
      <dsp:spPr>
        <a:xfrm>
          <a:off x="0" y="0"/>
          <a:ext cx="10872215" cy="1527048"/>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150000"/>
            </a:lnSpc>
            <a:spcBef>
              <a:spcPct val="0"/>
            </a:spcBef>
            <a:spcAft>
              <a:spcPct val="35000"/>
            </a:spcAft>
            <a:buNone/>
          </a:pPr>
          <a:br>
            <a:rPr lang="en-US" sz="1800" b="1" kern="1200" dirty="0">
              <a:latin typeface="Arial Black" panose="020B0A04020102020204" pitchFamily="34" charset="0"/>
            </a:rPr>
          </a:br>
          <a:r>
            <a:rPr lang="en-US" sz="1700" b="1" kern="1200" dirty="0">
              <a:latin typeface="Arial Black" panose="020B0A04020102020204" pitchFamily="34" charset="0"/>
            </a:rPr>
            <a:t>(4) </a:t>
          </a:r>
          <a:r>
            <a:rPr lang="en-US" sz="1700" b="1" kern="1200" dirty="0"/>
            <a:t>Gold Medal Won by Top 7 Countries on Gender Based</a:t>
          </a:r>
          <a:br>
            <a:rPr lang="en-US" sz="1700" b="1" kern="1200" dirty="0">
              <a:latin typeface="Arial Black" panose="020B0A04020102020204" pitchFamily="34" charset="0"/>
            </a:rPr>
          </a:br>
          <a:endParaRPr lang="en-US" sz="1700" kern="1200" dirty="0">
            <a:latin typeface="Arial Black" panose="020B0A04020102020204" pitchFamily="34" charset="0"/>
          </a:endParaRPr>
        </a:p>
      </dsp:txBody>
      <dsp:txXfrm>
        <a:off x="2327148" y="0"/>
        <a:ext cx="8545067" cy="1527048"/>
      </dsp:txXfrm>
    </dsp:sp>
    <dsp:sp modelId="{D275E6F2-D92F-4352-A248-E61C5779F8CE}">
      <dsp:nvSpPr>
        <dsp:cNvPr id="0" name=""/>
        <dsp:cNvSpPr/>
      </dsp:nvSpPr>
      <dsp:spPr>
        <a:xfrm>
          <a:off x="432794" y="0"/>
          <a:ext cx="1549986" cy="1504056"/>
        </a:xfrm>
        <a:prstGeom prst="roundRect">
          <a:avLst>
            <a:gd name="adj" fmla="val 10000"/>
          </a:avLst>
        </a:prstGeom>
        <a:blipFill>
          <a:blip xmlns:r="http://schemas.openxmlformats.org/officeDocument/2006/relationships" r:embed="rId1"/>
          <a:srcRect/>
          <a:stretch>
            <a:fillRect t="-39000" b="-39000"/>
          </a:stretch>
        </a:blipFill>
        <a:ln w="6350" cap="flat" cmpd="sng" algn="ctr">
          <a:solidFill>
            <a:schemeClr val="lt2">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CCC4B-212A-423A-8980-1268962B275A}">
      <dsp:nvSpPr>
        <dsp:cNvPr id="0" name=""/>
        <dsp:cNvSpPr/>
      </dsp:nvSpPr>
      <dsp:spPr>
        <a:xfrm rot="16200000">
          <a:off x="103457" y="-99783"/>
          <a:ext cx="3334236" cy="3533804"/>
        </a:xfrm>
        <a:prstGeom prst="flowChartManualOperati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0" rIns="78631" bIns="0" numCol="1" spcCol="1270" anchor="t" anchorCtr="0">
          <a:noAutofit/>
        </a:bodyPr>
        <a:lstStyle/>
        <a:p>
          <a:pPr marL="0" lvl="0" indent="0" algn="l" defTabSz="533400">
            <a:lnSpc>
              <a:spcPct val="90000"/>
            </a:lnSpc>
            <a:spcBef>
              <a:spcPct val="0"/>
            </a:spcBef>
            <a:spcAft>
              <a:spcPct val="35000"/>
            </a:spcAft>
            <a:buNone/>
          </a:pPr>
          <a:r>
            <a:rPr lang="en-US" sz="1200" b="1" kern="1200"/>
            <a:t>Observation: </a:t>
          </a:r>
          <a:endParaRPr lang="en-US" sz="1200" kern="1200"/>
        </a:p>
        <a:p>
          <a:pPr marL="57150" lvl="1" indent="-57150" algn="l" defTabSz="400050">
            <a:lnSpc>
              <a:spcPct val="150000"/>
            </a:lnSpc>
            <a:spcBef>
              <a:spcPct val="0"/>
            </a:spcBef>
            <a:spcAft>
              <a:spcPct val="15000"/>
            </a:spcAft>
            <a:buSzPts val="1000"/>
            <a:buFont typeface="Symbol" panose="05050102010706020507" pitchFamily="18" charset="2"/>
            <a:buChar char=""/>
          </a:pPr>
          <a:r>
            <a:rPr lang="en-US" sz="900" b="1" kern="1200" dirty="0">
              <a:latin typeface="Arial Black" panose="020B0A04020102020204" pitchFamily="34" charset="0"/>
            </a:rPr>
            <a:t>Balanced gender performance</a:t>
          </a:r>
          <a:r>
            <a:rPr lang="en-US" sz="900" kern="1200" dirty="0">
              <a:latin typeface="Arial Black" panose="020B0A04020102020204" pitchFamily="34" charset="0"/>
            </a:rPr>
            <a:t> across all major Olympic nations</a:t>
          </a:r>
        </a:p>
        <a:p>
          <a:pPr marL="57150" lvl="1" indent="-57150" algn="l" defTabSz="400050">
            <a:lnSpc>
              <a:spcPct val="150000"/>
            </a:lnSpc>
            <a:spcBef>
              <a:spcPct val="0"/>
            </a:spcBef>
            <a:spcAft>
              <a:spcPct val="15000"/>
            </a:spcAft>
            <a:buSzPts val="1000"/>
            <a:buFont typeface="Symbol" panose="05050102010706020507" pitchFamily="18" charset="2"/>
            <a:buChar char=""/>
          </a:pPr>
          <a:r>
            <a:rPr lang="en-US" sz="900" b="1" kern="1200" dirty="0">
              <a:latin typeface="Arial Black" panose="020B0A04020102020204" pitchFamily="34" charset="0"/>
            </a:rPr>
            <a:t>China and United States</a:t>
          </a:r>
          <a:r>
            <a:rPr lang="en-US" sz="900" kern="1200" dirty="0">
              <a:latin typeface="Arial Black" panose="020B0A04020102020204" pitchFamily="34" charset="0"/>
            </a:rPr>
            <a:t> showing similar male-female gold medal ratios</a:t>
          </a:r>
        </a:p>
        <a:p>
          <a:pPr marL="57150" lvl="1" indent="-57150" algn="l" defTabSz="400050">
            <a:lnSpc>
              <a:spcPct val="150000"/>
            </a:lnSpc>
            <a:spcBef>
              <a:spcPct val="0"/>
            </a:spcBef>
            <a:spcAft>
              <a:spcPct val="15000"/>
            </a:spcAft>
            <a:buSzPts val="1000"/>
            <a:buFont typeface="Symbol" panose="05050102010706020507" pitchFamily="18" charset="2"/>
            <a:buChar char=""/>
          </a:pPr>
          <a:r>
            <a:rPr lang="en-US" sz="900" b="1" kern="1200" dirty="0">
              <a:latin typeface="Arial Black" panose="020B0A04020102020204" pitchFamily="34" charset="0"/>
            </a:rPr>
            <a:t>Consistent patterns</a:t>
          </a:r>
          <a:r>
            <a:rPr lang="en-US" sz="900" kern="1200" dirty="0">
              <a:latin typeface="Arial Black" panose="020B0A04020102020204" pitchFamily="34" charset="0"/>
            </a:rPr>
            <a:t> across different countries, indicating effective gender inclusion in elite sports programs</a:t>
          </a:r>
        </a:p>
      </dsp:txBody>
      <dsp:txXfrm rot="5400000">
        <a:off x="3673" y="666848"/>
        <a:ext cx="3533804" cy="2000542"/>
      </dsp:txXfrm>
    </dsp:sp>
    <dsp:sp modelId="{19906F66-393F-44AC-883F-B7E592B17808}">
      <dsp:nvSpPr>
        <dsp:cNvPr id="0" name=""/>
        <dsp:cNvSpPr/>
      </dsp:nvSpPr>
      <dsp:spPr>
        <a:xfrm rot="16200000">
          <a:off x="3902296" y="-99783"/>
          <a:ext cx="3334236" cy="3533804"/>
        </a:xfrm>
        <a:prstGeom prst="flowChartManualOperation">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150000"/>
            </a:lnSpc>
            <a:spcBef>
              <a:spcPct val="0"/>
            </a:spcBef>
            <a:spcAft>
              <a:spcPct val="35000"/>
            </a:spcAft>
            <a:buNone/>
          </a:pPr>
          <a:r>
            <a:rPr lang="en-US" sz="1400" b="1" kern="1200" dirty="0">
              <a:latin typeface="Arial Black" panose="020B0A04020102020204" pitchFamily="34" charset="0"/>
            </a:rPr>
            <a:t>Insights : This chart reveals gender equity in gold medals aligning with Olympic gender parity goals.</a:t>
          </a:r>
          <a:endParaRPr lang="en-US" sz="1400" kern="1200" dirty="0">
            <a:latin typeface="Arial Black" panose="020B0A04020102020204" pitchFamily="34" charset="0"/>
          </a:endParaRPr>
        </a:p>
      </dsp:txBody>
      <dsp:txXfrm rot="5400000">
        <a:off x="3802512" y="666848"/>
        <a:ext cx="3533804" cy="200054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E12E3-FED5-4088-B9B3-E895C0AC585D}">
      <dsp:nvSpPr>
        <dsp:cNvPr id="0" name=""/>
        <dsp:cNvSpPr/>
      </dsp:nvSpPr>
      <dsp:spPr>
        <a:xfrm>
          <a:off x="0" y="0"/>
          <a:ext cx="10872215" cy="1527048"/>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150000"/>
            </a:lnSpc>
            <a:spcBef>
              <a:spcPct val="0"/>
            </a:spcBef>
            <a:spcAft>
              <a:spcPct val="35000"/>
            </a:spcAft>
            <a:buNone/>
          </a:pPr>
          <a:br>
            <a:rPr lang="en-US" sz="1800" b="1" kern="1200" dirty="0">
              <a:latin typeface="Arial Black" panose="020B0A04020102020204" pitchFamily="34" charset="0"/>
            </a:rPr>
          </a:br>
          <a:r>
            <a:rPr lang="en-US" sz="1700" b="1" kern="1200" dirty="0">
              <a:latin typeface="Arial Black" panose="020B0A04020102020204" pitchFamily="34" charset="0"/>
            </a:rPr>
            <a:t>(5) </a:t>
          </a:r>
          <a:r>
            <a:rPr lang="en-US" sz="1700" b="1" kern="1200" dirty="0"/>
            <a:t>Athlete Events Participation by Age Group</a:t>
          </a:r>
          <a:br>
            <a:rPr lang="en-US" sz="1700" b="1" kern="1200" dirty="0">
              <a:latin typeface="Arial Black" panose="020B0A04020102020204" pitchFamily="34" charset="0"/>
            </a:rPr>
          </a:br>
          <a:endParaRPr lang="en-US" sz="1700" kern="1200" dirty="0">
            <a:latin typeface="Arial Black" panose="020B0A04020102020204" pitchFamily="34" charset="0"/>
          </a:endParaRPr>
        </a:p>
      </dsp:txBody>
      <dsp:txXfrm>
        <a:off x="2327148" y="0"/>
        <a:ext cx="8545067" cy="1527048"/>
      </dsp:txXfrm>
    </dsp:sp>
    <dsp:sp modelId="{D275E6F2-D92F-4352-A248-E61C5779F8CE}">
      <dsp:nvSpPr>
        <dsp:cNvPr id="0" name=""/>
        <dsp:cNvSpPr/>
      </dsp:nvSpPr>
      <dsp:spPr>
        <a:xfrm>
          <a:off x="432794" y="0"/>
          <a:ext cx="1549986" cy="1504056"/>
        </a:xfrm>
        <a:prstGeom prst="roundRect">
          <a:avLst>
            <a:gd name="adj" fmla="val 10000"/>
          </a:avLst>
        </a:prstGeom>
        <a:blipFill>
          <a:blip xmlns:r="http://schemas.openxmlformats.org/officeDocument/2006/relationships" r:embed="rId1"/>
          <a:srcRect/>
          <a:stretch>
            <a:fillRect t="-39000" b="-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CCC4B-212A-423A-8980-1268962B275A}">
      <dsp:nvSpPr>
        <dsp:cNvPr id="0" name=""/>
        <dsp:cNvSpPr/>
      </dsp:nvSpPr>
      <dsp:spPr>
        <a:xfrm rot="16200000">
          <a:off x="103457" y="-99783"/>
          <a:ext cx="3334236" cy="3533804"/>
        </a:xfrm>
        <a:prstGeom prst="flowChartManualOperati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9793" bIns="0" numCol="1" spcCol="1270" anchor="t" anchorCtr="0">
          <a:noAutofit/>
        </a:bodyPr>
        <a:lstStyle/>
        <a:p>
          <a:pPr marL="0" lvl="0" indent="0" algn="l" defTabSz="622300">
            <a:lnSpc>
              <a:spcPct val="150000"/>
            </a:lnSpc>
            <a:spcBef>
              <a:spcPct val="0"/>
            </a:spcBef>
            <a:spcAft>
              <a:spcPct val="35000"/>
            </a:spcAft>
            <a:buNone/>
          </a:pPr>
          <a:r>
            <a:rPr lang="en-US" sz="1400" b="1" kern="1200" dirty="0">
              <a:latin typeface="Arial Black" panose="020B0A04020102020204" pitchFamily="34" charset="0"/>
            </a:rPr>
            <a:t>Key Observation:</a:t>
          </a:r>
          <a:r>
            <a:rPr lang="en-US" sz="1400" kern="1200" dirty="0">
              <a:latin typeface="Arial Black" panose="020B0A04020102020204" pitchFamily="34" charset="0"/>
            </a:rPr>
            <a:t> </a:t>
          </a:r>
        </a:p>
        <a:p>
          <a:pPr marL="57150" lvl="1" indent="-57150" algn="l" defTabSz="488950">
            <a:lnSpc>
              <a:spcPct val="150000"/>
            </a:lnSpc>
            <a:spcBef>
              <a:spcPct val="0"/>
            </a:spcBef>
            <a:spcAft>
              <a:spcPct val="15000"/>
            </a:spcAft>
            <a:buSzPts val="1000"/>
            <a:buFont typeface="Wingdings" panose="05000000000000000000" pitchFamily="2" charset="2"/>
            <a:buChar char=""/>
          </a:pPr>
          <a:r>
            <a:rPr lang="en-US" sz="1100" kern="1200">
              <a:latin typeface="Arial Black" panose="020B0A04020102020204" pitchFamily="34" charset="0"/>
            </a:rPr>
            <a:t>Peak Age: 25-29 (highest participation).</a:t>
          </a:r>
        </a:p>
        <a:p>
          <a:pPr marL="57150" lvl="1" indent="-57150" algn="l" defTabSz="488950">
            <a:lnSpc>
              <a:spcPct val="150000"/>
            </a:lnSpc>
            <a:spcBef>
              <a:spcPct val="0"/>
            </a:spcBef>
            <a:spcAft>
              <a:spcPct val="15000"/>
            </a:spcAft>
            <a:buSzPts val="1000"/>
            <a:buFont typeface="Wingdings" panose="05000000000000000000" pitchFamily="2" charset="2"/>
            <a:buChar char=""/>
          </a:pPr>
          <a:r>
            <a:rPr lang="en-US" sz="1100" kern="1200" dirty="0">
              <a:latin typeface="Arial Black" panose="020B0A04020102020204" pitchFamily="34" charset="0"/>
            </a:rPr>
            <a:t>Trends: Decline after 35; youth (</a:t>
          </a:r>
          <a:r>
            <a:rPr lang="en-US" sz="1100" b="1" kern="1200" dirty="0">
              <a:latin typeface="Arial Black" panose="020B0A04020102020204" pitchFamily="34" charset="0"/>
            </a:rPr>
            <a:t>Limited youth participation</a:t>
          </a:r>
          <a:r>
            <a:rPr lang="en-US" sz="1100" kern="1200" dirty="0">
              <a:latin typeface="Arial Black" panose="020B0A04020102020204" pitchFamily="34" charset="0"/>
            </a:rPr>
            <a:t> in Under 20)</a:t>
          </a:r>
        </a:p>
        <a:p>
          <a:pPr marL="57150" lvl="1" indent="-57150" algn="l" defTabSz="488950">
            <a:lnSpc>
              <a:spcPct val="150000"/>
            </a:lnSpc>
            <a:spcBef>
              <a:spcPct val="0"/>
            </a:spcBef>
            <a:spcAft>
              <a:spcPct val="15000"/>
            </a:spcAft>
            <a:buSzPts val="1000"/>
            <a:buFont typeface="Wingdings" panose="05000000000000000000" pitchFamily="2" charset="2"/>
            <a:buChar char=""/>
          </a:pPr>
          <a:r>
            <a:rPr lang="en-US" sz="1100" kern="1200" dirty="0">
              <a:latin typeface="Arial Black" panose="020B0A04020102020204" pitchFamily="34" charset="0"/>
            </a:rPr>
            <a:t>Implications: Focus on youth development for future Olympics.</a:t>
          </a:r>
        </a:p>
      </dsp:txBody>
      <dsp:txXfrm rot="5400000">
        <a:off x="3673" y="666848"/>
        <a:ext cx="3533804" cy="2000542"/>
      </dsp:txXfrm>
    </dsp:sp>
    <dsp:sp modelId="{516BA9F6-41B6-4694-B03D-864F6BC939E2}">
      <dsp:nvSpPr>
        <dsp:cNvPr id="0" name=""/>
        <dsp:cNvSpPr/>
      </dsp:nvSpPr>
      <dsp:spPr>
        <a:xfrm rot="16200000">
          <a:off x="3902296" y="-99783"/>
          <a:ext cx="3334236" cy="3533804"/>
        </a:xfrm>
        <a:prstGeom prst="flowChartManualOperation">
          <a:avLst/>
        </a:prstGeom>
        <a:gradFill rotWithShape="0">
          <a:gsLst>
            <a:gs pos="0">
              <a:schemeClr val="accent4">
                <a:hueOff val="-599934"/>
                <a:satOff val="-28138"/>
                <a:lumOff val="-20196"/>
                <a:alphaOff val="0"/>
                <a:lumMod val="110000"/>
                <a:satMod val="105000"/>
                <a:tint val="67000"/>
              </a:schemeClr>
            </a:gs>
            <a:gs pos="50000">
              <a:schemeClr val="accent4">
                <a:hueOff val="-599934"/>
                <a:satOff val="-28138"/>
                <a:lumOff val="-20196"/>
                <a:alphaOff val="0"/>
                <a:lumMod val="105000"/>
                <a:satMod val="103000"/>
                <a:tint val="73000"/>
              </a:schemeClr>
            </a:gs>
            <a:gs pos="100000">
              <a:schemeClr val="accent4">
                <a:hueOff val="-599934"/>
                <a:satOff val="-28138"/>
                <a:lumOff val="-2019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9793" bIns="0" numCol="1" spcCol="1270" anchor="ctr" anchorCtr="0">
          <a:noAutofit/>
        </a:bodyPr>
        <a:lstStyle/>
        <a:p>
          <a:pPr marL="0" lvl="0" indent="0" algn="ctr" defTabSz="622300">
            <a:lnSpc>
              <a:spcPct val="150000"/>
            </a:lnSpc>
            <a:spcBef>
              <a:spcPct val="0"/>
            </a:spcBef>
            <a:spcAft>
              <a:spcPct val="35000"/>
            </a:spcAft>
            <a:buNone/>
          </a:pPr>
          <a:r>
            <a:rPr lang="en-US" sz="1400" b="1" kern="1200" dirty="0">
              <a:latin typeface="Arial Black" panose="020B0A04020102020204" pitchFamily="34" charset="0"/>
            </a:rPr>
            <a:t>Insights:</a:t>
          </a:r>
          <a:r>
            <a:rPr lang="en-US" sz="1400" kern="1200" dirty="0">
              <a:latin typeface="Arial Black" panose="020B0A04020102020204" pitchFamily="34" charset="0"/>
            </a:rPr>
            <a:t> Participation peaks in the 25-29 range, indicating prime athletic age. This data can guide talent scouting and training programs.</a:t>
          </a:r>
        </a:p>
      </dsp:txBody>
      <dsp:txXfrm rot="5400000">
        <a:off x="3802512" y="666848"/>
        <a:ext cx="3533804" cy="200054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361E1-F752-4EC4-95BF-5781447093BD}">
      <dsp:nvSpPr>
        <dsp:cNvPr id="0" name=""/>
        <dsp:cNvSpPr/>
      </dsp:nvSpPr>
      <dsp:spPr>
        <a:xfrm>
          <a:off x="2809265" y="0"/>
          <a:ext cx="3209876" cy="1132258"/>
        </a:xfrm>
        <a:prstGeom prst="rightArrow">
          <a:avLst/>
        </a:prstGeom>
        <a:solidFill>
          <a:schemeClr val="accent1">
            <a:tint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99647B2-3D9C-4675-AC9B-E4F39722B4EA}">
      <dsp:nvSpPr>
        <dsp:cNvPr id="0" name=""/>
        <dsp:cNvSpPr/>
      </dsp:nvSpPr>
      <dsp:spPr>
        <a:xfrm>
          <a:off x="4648238" y="339677"/>
          <a:ext cx="3196073" cy="452903"/>
        </a:xfrm>
        <a:prstGeom prst="round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Arial Black" panose="020B0A04020102020204" pitchFamily="34" charset="0"/>
            </a:rPr>
            <a:t>Conclusion</a:t>
          </a:r>
          <a:endParaRPr lang="en-US" sz="2800" kern="1200" dirty="0">
            <a:latin typeface="Arial Black" panose="020B0A04020102020204" pitchFamily="34" charset="0"/>
          </a:endParaRPr>
        </a:p>
      </dsp:txBody>
      <dsp:txXfrm>
        <a:off x="4670347" y="361786"/>
        <a:ext cx="3151855" cy="40868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B56267-2C07-48AF-9DBD-C9EBB678CBC1}">
      <dsp:nvSpPr>
        <dsp:cNvPr id="0" name=""/>
        <dsp:cNvSpPr/>
      </dsp:nvSpPr>
      <dsp:spPr>
        <a:xfrm>
          <a:off x="0" y="0"/>
          <a:ext cx="9055542" cy="137814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50000"/>
            </a:lnSpc>
            <a:spcBef>
              <a:spcPct val="0"/>
            </a:spcBef>
            <a:spcAft>
              <a:spcPct val="35000"/>
            </a:spcAft>
            <a:buNone/>
          </a:pPr>
          <a:r>
            <a:rPr lang="en-US" sz="1500" kern="1200" dirty="0">
              <a:latin typeface="Arial Black" panose="020B0A04020102020204" pitchFamily="34" charset="0"/>
            </a:rPr>
            <a:t>The data-driven insights presented establish a foundation for informed decision-making across Olympic sport development initiatives. </a:t>
          </a:r>
        </a:p>
      </dsp:txBody>
      <dsp:txXfrm>
        <a:off x="40365" y="40365"/>
        <a:ext cx="7568411" cy="1297418"/>
      </dsp:txXfrm>
    </dsp:sp>
    <dsp:sp modelId="{66571EC1-05FD-4D44-B585-AC8F245F8570}">
      <dsp:nvSpPr>
        <dsp:cNvPr id="0" name=""/>
        <dsp:cNvSpPr/>
      </dsp:nvSpPr>
      <dsp:spPr>
        <a:xfrm>
          <a:off x="799018" y="1607839"/>
          <a:ext cx="9055542" cy="1378148"/>
        </a:xfrm>
        <a:prstGeom prst="roundRect">
          <a:avLst>
            <a:gd name="adj" fmla="val 10000"/>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50000"/>
            </a:lnSpc>
            <a:spcBef>
              <a:spcPct val="0"/>
            </a:spcBef>
            <a:spcAft>
              <a:spcPct val="35000"/>
            </a:spcAft>
            <a:buNone/>
          </a:pPr>
          <a:r>
            <a:rPr lang="en-US" sz="1500" kern="1200" dirty="0">
              <a:latin typeface="Arial Black" panose="020B0A04020102020204" pitchFamily="34" charset="0"/>
            </a:rPr>
            <a:t>Stakeholders should leverage these findings to optimize talent development strategies, benchmark performance expectations, and allocate resources toward maximum impact areas.</a:t>
          </a:r>
        </a:p>
      </dsp:txBody>
      <dsp:txXfrm>
        <a:off x="839383" y="1648204"/>
        <a:ext cx="7279997" cy="1297418"/>
      </dsp:txXfrm>
    </dsp:sp>
    <dsp:sp modelId="{DEED1640-4847-4C3E-9F17-60FCD6604B98}">
      <dsp:nvSpPr>
        <dsp:cNvPr id="0" name=""/>
        <dsp:cNvSpPr/>
      </dsp:nvSpPr>
      <dsp:spPr>
        <a:xfrm>
          <a:off x="1598036" y="3215679"/>
          <a:ext cx="9055542" cy="1378148"/>
        </a:xfrm>
        <a:prstGeom prst="roundRect">
          <a:avLst>
            <a:gd name="adj" fmla="val 10000"/>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50000"/>
            </a:lnSpc>
            <a:spcBef>
              <a:spcPct val="0"/>
            </a:spcBef>
            <a:spcAft>
              <a:spcPct val="35000"/>
            </a:spcAft>
            <a:buNone/>
          </a:pPr>
          <a:r>
            <a:rPr lang="en-US" sz="1500" kern="1200">
              <a:latin typeface="Arial Black" panose="020B0A04020102020204" pitchFamily="34" charset="0"/>
            </a:rPr>
            <a:t>The successful implementation of these evidence-based approaches will contribute to continued Olympic excellence and expanded global participation in elite athletic competition.</a:t>
          </a:r>
        </a:p>
      </dsp:txBody>
      <dsp:txXfrm>
        <a:off x="1638401" y="3256044"/>
        <a:ext cx="7279997" cy="1297418"/>
      </dsp:txXfrm>
    </dsp:sp>
    <dsp:sp modelId="{8E8FB7D5-46A3-4998-BF1A-BA202F680E65}">
      <dsp:nvSpPr>
        <dsp:cNvPr id="0" name=""/>
        <dsp:cNvSpPr/>
      </dsp:nvSpPr>
      <dsp:spPr>
        <a:xfrm>
          <a:off x="8159745" y="1045095"/>
          <a:ext cx="895796" cy="895796"/>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150000"/>
            </a:lnSpc>
            <a:spcBef>
              <a:spcPct val="0"/>
            </a:spcBef>
            <a:spcAft>
              <a:spcPct val="35000"/>
            </a:spcAft>
            <a:buNone/>
          </a:pPr>
          <a:endParaRPr lang="en-US" sz="2500" kern="1200">
            <a:latin typeface="Arial Black" panose="020B0A04020102020204" pitchFamily="34" charset="0"/>
          </a:endParaRPr>
        </a:p>
      </dsp:txBody>
      <dsp:txXfrm>
        <a:off x="8361299" y="1045095"/>
        <a:ext cx="492688" cy="674086"/>
      </dsp:txXfrm>
    </dsp:sp>
    <dsp:sp modelId="{6218BF9E-70D5-4787-A4FC-4EE3B0386840}">
      <dsp:nvSpPr>
        <dsp:cNvPr id="0" name=""/>
        <dsp:cNvSpPr/>
      </dsp:nvSpPr>
      <dsp:spPr>
        <a:xfrm>
          <a:off x="8958764" y="2643748"/>
          <a:ext cx="895796" cy="895796"/>
        </a:xfrm>
        <a:prstGeom prst="downArrow">
          <a:avLst>
            <a:gd name="adj1" fmla="val 55000"/>
            <a:gd name="adj2" fmla="val 45000"/>
          </a:avLst>
        </a:prstGeom>
        <a:solidFill>
          <a:schemeClr val="accent5">
            <a:tint val="40000"/>
            <a:alpha val="90000"/>
            <a:hueOff val="8905181"/>
            <a:satOff val="-8244"/>
            <a:lumOff val="-1187"/>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150000"/>
            </a:lnSpc>
            <a:spcBef>
              <a:spcPct val="0"/>
            </a:spcBef>
            <a:spcAft>
              <a:spcPct val="35000"/>
            </a:spcAft>
            <a:buNone/>
          </a:pPr>
          <a:endParaRPr lang="en-US" sz="2500" kern="1200">
            <a:latin typeface="Arial Black" panose="020B0A04020102020204" pitchFamily="34" charset="0"/>
          </a:endParaRPr>
        </a:p>
      </dsp:txBody>
      <dsp:txXfrm>
        <a:off x="9160318" y="2643748"/>
        <a:ext cx="492688" cy="67408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17A3A-6826-4B39-BFDC-9EF587C9C0E0}">
      <dsp:nvSpPr>
        <dsp:cNvPr id="0" name=""/>
        <dsp:cNvSpPr/>
      </dsp:nvSpPr>
      <dsp:spPr>
        <a:xfrm rot="10800000">
          <a:off x="2105153" y="0"/>
          <a:ext cx="7084629" cy="78867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7782" tIns="80010" rIns="149352" bIns="80010" numCol="1" spcCol="1270" anchor="ctr" anchorCtr="0">
          <a:noAutofit/>
        </a:bodyPr>
        <a:lstStyle/>
        <a:p>
          <a:pPr marL="0" lvl="0" indent="0" algn="ctr" defTabSz="933450">
            <a:lnSpc>
              <a:spcPct val="90000"/>
            </a:lnSpc>
            <a:spcBef>
              <a:spcPct val="0"/>
            </a:spcBef>
            <a:spcAft>
              <a:spcPct val="35000"/>
            </a:spcAft>
            <a:buNone/>
          </a:pPr>
          <a:r>
            <a:rPr lang="en-US" sz="2100" b="1" kern="1200"/>
            <a:t>RECOMMENDATION</a:t>
          </a:r>
          <a:br>
            <a:rPr lang="en-US" sz="2100" b="1" kern="1200"/>
          </a:br>
          <a:endParaRPr lang="en-US" sz="2100" kern="1200"/>
        </a:p>
      </dsp:txBody>
      <dsp:txXfrm rot="10800000">
        <a:off x="2302320" y="0"/>
        <a:ext cx="6887462" cy="788670"/>
      </dsp:txXfrm>
    </dsp:sp>
    <dsp:sp modelId="{513FF72C-4C3C-463E-8B3F-1F58D745DC4F}">
      <dsp:nvSpPr>
        <dsp:cNvPr id="0" name=""/>
        <dsp:cNvSpPr/>
      </dsp:nvSpPr>
      <dsp:spPr>
        <a:xfrm>
          <a:off x="1463795" y="3"/>
          <a:ext cx="1282716" cy="78866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58000" r="-5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651DC-A80B-4098-96D6-C6AD2BA1C75E}">
      <dsp:nvSpPr>
        <dsp:cNvPr id="0" name=""/>
        <dsp:cNvSpPr/>
      </dsp:nvSpPr>
      <dsp:spPr>
        <a:xfrm>
          <a:off x="0" y="0"/>
          <a:ext cx="2096528" cy="476630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150000"/>
            </a:lnSpc>
            <a:spcBef>
              <a:spcPct val="0"/>
            </a:spcBef>
            <a:spcAft>
              <a:spcPct val="35000"/>
            </a:spcAft>
            <a:buNone/>
          </a:pPr>
          <a:r>
            <a:rPr lang="en-US" sz="1400" b="1" kern="1200" dirty="0"/>
            <a:t>Focus and invest in youth (Under 20) and female programs for future Olympics</a:t>
          </a:r>
        </a:p>
      </dsp:txBody>
      <dsp:txXfrm>
        <a:off x="0" y="1906523"/>
        <a:ext cx="2096528" cy="1906523"/>
      </dsp:txXfrm>
    </dsp:sp>
    <dsp:sp modelId="{DD0EF44A-02CA-454D-B905-3F3F72BB6638}">
      <dsp:nvSpPr>
        <dsp:cNvPr id="0" name=""/>
        <dsp:cNvSpPr/>
      </dsp:nvSpPr>
      <dsp:spPr>
        <a:xfrm>
          <a:off x="254673" y="285978"/>
          <a:ext cx="1587180" cy="1587180"/>
        </a:xfrm>
        <a:prstGeom prst="ellipse">
          <a:avLst/>
        </a:prstGeom>
        <a:blipFill>
          <a:blip xmlns:r="http://schemas.openxmlformats.org/officeDocument/2006/relationships" r:embed="rId1"/>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C7FE1B-A79E-4430-910D-2B011B130F1C}">
      <dsp:nvSpPr>
        <dsp:cNvPr id="0" name=""/>
        <dsp:cNvSpPr/>
      </dsp:nvSpPr>
      <dsp:spPr>
        <a:xfrm>
          <a:off x="2159424" y="0"/>
          <a:ext cx="2096528" cy="4766309"/>
        </a:xfrm>
        <a:prstGeom prst="roundRect">
          <a:avLst>
            <a:gd name="adj" fmla="val 10000"/>
          </a:avLst>
        </a:prstGeom>
        <a:solidFill>
          <a:schemeClr val="accent5">
            <a:hueOff val="2278582"/>
            <a:satOff val="-1026"/>
            <a:lumOff val="-127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150000"/>
            </a:lnSpc>
            <a:spcBef>
              <a:spcPct val="0"/>
            </a:spcBef>
            <a:spcAft>
              <a:spcPct val="35000"/>
            </a:spcAft>
            <a:buNone/>
          </a:pPr>
          <a:r>
            <a:rPr lang="en-US" sz="1400" b="1" kern="1200" dirty="0"/>
            <a:t>Infrastructure investment in countries showing potential for performance improvement </a:t>
          </a:r>
        </a:p>
      </dsp:txBody>
      <dsp:txXfrm>
        <a:off x="2159424" y="1906523"/>
        <a:ext cx="2096528" cy="1906523"/>
      </dsp:txXfrm>
    </dsp:sp>
    <dsp:sp modelId="{1044E6B7-147C-421F-B7F9-FBCB13425610}">
      <dsp:nvSpPr>
        <dsp:cNvPr id="0" name=""/>
        <dsp:cNvSpPr/>
      </dsp:nvSpPr>
      <dsp:spPr>
        <a:xfrm>
          <a:off x="2414097" y="285978"/>
          <a:ext cx="1587180" cy="1587180"/>
        </a:xfrm>
        <a:prstGeom prst="ellipse">
          <a:avLst/>
        </a:prstGeom>
        <a:blipFill>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3FDB73-BDFA-4C3F-990D-00505DE4F66A}">
      <dsp:nvSpPr>
        <dsp:cNvPr id="0" name=""/>
        <dsp:cNvSpPr/>
      </dsp:nvSpPr>
      <dsp:spPr>
        <a:xfrm>
          <a:off x="4318848" y="0"/>
          <a:ext cx="2096528" cy="4766309"/>
        </a:xfrm>
        <a:prstGeom prst="roundRect">
          <a:avLst>
            <a:gd name="adj" fmla="val 10000"/>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150000"/>
            </a:lnSpc>
            <a:spcBef>
              <a:spcPct val="0"/>
            </a:spcBef>
            <a:spcAft>
              <a:spcPct val="35000"/>
            </a:spcAft>
            <a:buNone/>
          </a:pPr>
          <a:r>
            <a:rPr lang="en-US" sz="1400" b="1" kern="1200" dirty="0"/>
            <a:t>Technology integration for performance optimization and injury prevention</a:t>
          </a:r>
        </a:p>
      </dsp:txBody>
      <dsp:txXfrm>
        <a:off x="4318848" y="1906523"/>
        <a:ext cx="2096528" cy="1906523"/>
      </dsp:txXfrm>
    </dsp:sp>
    <dsp:sp modelId="{89284439-DFB1-447A-9F8E-A5552A8E7EE3}">
      <dsp:nvSpPr>
        <dsp:cNvPr id="0" name=""/>
        <dsp:cNvSpPr/>
      </dsp:nvSpPr>
      <dsp:spPr>
        <a:xfrm>
          <a:off x="4573522" y="285978"/>
          <a:ext cx="1587180" cy="1587180"/>
        </a:xfrm>
        <a:prstGeom prst="ellipse">
          <a:avLst/>
        </a:prstGeom>
        <a:blipFill>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5CBF4D-47F6-4774-AB95-07ECD87286D3}">
      <dsp:nvSpPr>
        <dsp:cNvPr id="0" name=""/>
        <dsp:cNvSpPr/>
      </dsp:nvSpPr>
      <dsp:spPr>
        <a:xfrm>
          <a:off x="6478272" y="0"/>
          <a:ext cx="2096528" cy="4766309"/>
        </a:xfrm>
        <a:prstGeom prst="roundRect">
          <a:avLst>
            <a:gd name="adj" fmla="val 10000"/>
          </a:avLst>
        </a:prstGeom>
        <a:solidFill>
          <a:schemeClr val="accent5">
            <a:hueOff val="6835746"/>
            <a:satOff val="-3078"/>
            <a:lumOff val="-3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150000"/>
            </a:lnSpc>
            <a:spcBef>
              <a:spcPct val="0"/>
            </a:spcBef>
            <a:spcAft>
              <a:spcPct val="35000"/>
            </a:spcAft>
            <a:buNone/>
          </a:pPr>
          <a:r>
            <a:rPr lang="en-US" sz="1400" b="1" kern="1200" dirty="0"/>
            <a:t>Use dashboard for real-time monitoring in future Olympics.</a:t>
          </a:r>
        </a:p>
      </dsp:txBody>
      <dsp:txXfrm>
        <a:off x="6478272" y="1906523"/>
        <a:ext cx="2096528" cy="1906523"/>
      </dsp:txXfrm>
    </dsp:sp>
    <dsp:sp modelId="{C94190E3-BB9F-4597-95D3-D6FEE8A8010E}">
      <dsp:nvSpPr>
        <dsp:cNvPr id="0" name=""/>
        <dsp:cNvSpPr/>
      </dsp:nvSpPr>
      <dsp:spPr>
        <a:xfrm>
          <a:off x="6732946" y="285978"/>
          <a:ext cx="1587180" cy="1587180"/>
        </a:xfrm>
        <a:prstGeom prst="ellipse">
          <a:avLst/>
        </a:prstGeom>
        <a:blipFill>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21F10D-CFF5-46F8-BDDC-1B2120D49A08}">
      <dsp:nvSpPr>
        <dsp:cNvPr id="0" name=""/>
        <dsp:cNvSpPr/>
      </dsp:nvSpPr>
      <dsp:spPr>
        <a:xfrm>
          <a:off x="8637696" y="0"/>
          <a:ext cx="2096528" cy="4766309"/>
        </a:xfrm>
        <a:prstGeom prst="roundRect">
          <a:avLst>
            <a:gd name="adj" fmla="val 10000"/>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150000"/>
            </a:lnSpc>
            <a:spcBef>
              <a:spcPct val="0"/>
            </a:spcBef>
            <a:spcAft>
              <a:spcPct val="35000"/>
            </a:spcAft>
            <a:buNone/>
          </a:pPr>
          <a:r>
            <a:rPr lang="en-US" sz="1400" b="1" kern="1200" dirty="0"/>
            <a:t>Analyze underperforming countries for collaboration.</a:t>
          </a:r>
        </a:p>
      </dsp:txBody>
      <dsp:txXfrm>
        <a:off x="8637696" y="1906523"/>
        <a:ext cx="2096528" cy="1906523"/>
      </dsp:txXfrm>
    </dsp:sp>
    <dsp:sp modelId="{88AADBE8-DD7B-47F3-8E0A-6DF74B6DC7AC}">
      <dsp:nvSpPr>
        <dsp:cNvPr id="0" name=""/>
        <dsp:cNvSpPr/>
      </dsp:nvSpPr>
      <dsp:spPr>
        <a:xfrm>
          <a:off x="8892370" y="285978"/>
          <a:ext cx="1587180" cy="1587180"/>
        </a:xfrm>
        <a:prstGeom prst="ellipse">
          <a:avLst/>
        </a:prstGeom>
        <a:blipFill>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355E00-F8A9-4CA0-8681-FD0787342C40}">
      <dsp:nvSpPr>
        <dsp:cNvPr id="0" name=""/>
        <dsp:cNvSpPr/>
      </dsp:nvSpPr>
      <dsp:spPr>
        <a:xfrm>
          <a:off x="429369" y="3813047"/>
          <a:ext cx="9875486" cy="714946"/>
        </a:xfrm>
        <a:prstGeom prst="leftRightArrow">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51E46-0B4D-474A-9CDF-40EF80E579D7}">
      <dsp:nvSpPr>
        <dsp:cNvPr id="0" name=""/>
        <dsp:cNvSpPr/>
      </dsp:nvSpPr>
      <dsp:spPr>
        <a:xfrm>
          <a:off x="0" y="196503"/>
          <a:ext cx="5688283" cy="2015823"/>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dirty="0">
              <a:latin typeface="Arial Black" panose="020B0A04020102020204" pitchFamily="34" charset="0"/>
            </a:rPr>
            <a:t>THANK YOU</a:t>
          </a:r>
        </a:p>
      </dsp:txBody>
      <dsp:txXfrm>
        <a:off x="98404" y="294907"/>
        <a:ext cx="5491475" cy="181901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8/23/2025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3027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8/23/2025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5188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8/23/2025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85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8/23/2025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6479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8/23/2025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9643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8/23/2025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18451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8/23/2025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49672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8/23/2025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604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8/23/2025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436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8/23/2025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1459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8/23/2025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31841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8/23/2025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pic>
        <p:nvPicPr>
          <p:cNvPr id="8" name="Picture 7" descr="A logo with a flame and rings&#10;&#10;AI-generated content may be incorrect.">
            <a:extLst>
              <a:ext uri="{FF2B5EF4-FFF2-40B4-BE49-F238E27FC236}">
                <a16:creationId xmlns:a16="http://schemas.microsoft.com/office/drawing/2014/main" id="{03678F4F-976B-5D5A-D58D-D086D7FC4F0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201150" y="457200"/>
            <a:ext cx="1885950" cy="1223698"/>
          </a:xfrm>
          <a:prstGeom prst="rect">
            <a:avLst/>
          </a:prstGeom>
        </p:spPr>
      </p:pic>
    </p:spTree>
    <p:extLst>
      <p:ext uri="{BB962C8B-B14F-4D97-AF65-F5344CB8AC3E}">
        <p14:creationId xmlns:p14="http://schemas.microsoft.com/office/powerpoint/2010/main" val="396078515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Layout" Target="../diagrams/layout5.xml"/><Relationship Id="rId7" Type="http://schemas.openxmlformats.org/officeDocument/2006/relationships/image" Target="../media/image5.png"/><Relationship Id="rId12" Type="http://schemas.microsoft.com/office/2007/relationships/diagramDrawing" Target="../diagrams/drawing6.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11" Type="http://schemas.openxmlformats.org/officeDocument/2006/relationships/diagramColors" Target="../diagrams/colors6.xml"/><Relationship Id="rId5" Type="http://schemas.openxmlformats.org/officeDocument/2006/relationships/diagramColors" Target="../diagrams/colors5.xml"/><Relationship Id="rId10" Type="http://schemas.openxmlformats.org/officeDocument/2006/relationships/diagramQuickStyle" Target="../diagrams/quickStyle6.xml"/><Relationship Id="rId4" Type="http://schemas.openxmlformats.org/officeDocument/2006/relationships/diagramQuickStyle" Target="../diagrams/quickStyle5.xml"/><Relationship Id="rId9"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diagramData" Target="../diagrams/data9.xml"/><Relationship Id="rId17" Type="http://schemas.openxmlformats.org/officeDocument/2006/relationships/image" Target="../media/image6.png"/><Relationship Id="rId2" Type="http://schemas.openxmlformats.org/officeDocument/2006/relationships/diagramData" Target="../diagrams/data7.xml"/><Relationship Id="rId16" Type="http://schemas.microsoft.com/office/2007/relationships/diagramDrawing" Target="../diagrams/drawing9.xml"/><Relationship Id="rId1" Type="http://schemas.openxmlformats.org/officeDocument/2006/relationships/slideLayout" Target="../slideLayouts/slideLayout8.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5" Type="http://schemas.openxmlformats.org/officeDocument/2006/relationships/diagramColors" Target="../diagrams/colors9.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1.xml"/><Relationship Id="rId13" Type="http://schemas.openxmlformats.org/officeDocument/2006/relationships/diagramLayout" Target="../diagrams/layout12.xml"/><Relationship Id="rId3" Type="http://schemas.openxmlformats.org/officeDocument/2006/relationships/diagramLayout" Target="../diagrams/layout10.xml"/><Relationship Id="rId7" Type="http://schemas.openxmlformats.org/officeDocument/2006/relationships/diagramData" Target="../diagrams/data11.xml"/><Relationship Id="rId12" Type="http://schemas.openxmlformats.org/officeDocument/2006/relationships/diagramData" Target="../diagrams/data12.xml"/><Relationship Id="rId17" Type="http://schemas.openxmlformats.org/officeDocument/2006/relationships/image" Target="../media/image7.png"/><Relationship Id="rId2" Type="http://schemas.openxmlformats.org/officeDocument/2006/relationships/diagramData" Target="../diagrams/data10.xml"/><Relationship Id="rId16" Type="http://schemas.microsoft.com/office/2007/relationships/diagramDrawing" Target="../diagrams/drawing12.xml"/><Relationship Id="rId1" Type="http://schemas.openxmlformats.org/officeDocument/2006/relationships/slideLayout" Target="../slideLayouts/slideLayout8.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5" Type="http://schemas.openxmlformats.org/officeDocument/2006/relationships/diagramColors" Target="../diagrams/colors12.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 Id="rId14" Type="http://schemas.openxmlformats.org/officeDocument/2006/relationships/diagramQuickStyle" Target="../diagrams/quickStyle1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4.xml"/><Relationship Id="rId13" Type="http://schemas.openxmlformats.org/officeDocument/2006/relationships/diagramLayout" Target="../diagrams/layout15.xml"/><Relationship Id="rId3" Type="http://schemas.openxmlformats.org/officeDocument/2006/relationships/diagramLayout" Target="../diagrams/layout13.xml"/><Relationship Id="rId7" Type="http://schemas.openxmlformats.org/officeDocument/2006/relationships/diagramData" Target="../diagrams/data14.xml"/><Relationship Id="rId12" Type="http://schemas.openxmlformats.org/officeDocument/2006/relationships/diagramData" Target="../diagrams/data15.xml"/><Relationship Id="rId17" Type="http://schemas.openxmlformats.org/officeDocument/2006/relationships/image" Target="../media/image8.png"/><Relationship Id="rId2" Type="http://schemas.openxmlformats.org/officeDocument/2006/relationships/diagramData" Target="../diagrams/data13.xml"/><Relationship Id="rId16" Type="http://schemas.microsoft.com/office/2007/relationships/diagramDrawing" Target="../diagrams/drawing15.xml"/><Relationship Id="rId1" Type="http://schemas.openxmlformats.org/officeDocument/2006/relationships/slideLayout" Target="../slideLayouts/slideLayout8.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5" Type="http://schemas.openxmlformats.org/officeDocument/2006/relationships/diagramColors" Target="../diagrams/colors15.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 Id="rId14" Type="http://schemas.openxmlformats.org/officeDocument/2006/relationships/diagramQuickStyle" Target="../diagrams/quickStyle15.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7.xml"/><Relationship Id="rId13" Type="http://schemas.openxmlformats.org/officeDocument/2006/relationships/diagramLayout" Target="../diagrams/layout18.xml"/><Relationship Id="rId3" Type="http://schemas.openxmlformats.org/officeDocument/2006/relationships/diagramLayout" Target="../diagrams/layout16.xml"/><Relationship Id="rId7" Type="http://schemas.openxmlformats.org/officeDocument/2006/relationships/diagramData" Target="../diagrams/data17.xml"/><Relationship Id="rId12" Type="http://schemas.openxmlformats.org/officeDocument/2006/relationships/diagramData" Target="../diagrams/data18.xml"/><Relationship Id="rId17" Type="http://schemas.openxmlformats.org/officeDocument/2006/relationships/image" Target="../media/image9.png"/><Relationship Id="rId2" Type="http://schemas.openxmlformats.org/officeDocument/2006/relationships/diagramData" Target="../diagrams/data16.xml"/><Relationship Id="rId16" Type="http://schemas.microsoft.com/office/2007/relationships/diagramDrawing" Target="../diagrams/drawing18.xml"/><Relationship Id="rId1" Type="http://schemas.openxmlformats.org/officeDocument/2006/relationships/slideLayout" Target="../slideLayouts/slideLayout8.xml"/><Relationship Id="rId6" Type="http://schemas.microsoft.com/office/2007/relationships/diagramDrawing" Target="../diagrams/drawing16.xml"/><Relationship Id="rId11" Type="http://schemas.microsoft.com/office/2007/relationships/diagramDrawing" Target="../diagrams/drawing17.xml"/><Relationship Id="rId5" Type="http://schemas.openxmlformats.org/officeDocument/2006/relationships/diagramColors" Target="../diagrams/colors16.xml"/><Relationship Id="rId15" Type="http://schemas.openxmlformats.org/officeDocument/2006/relationships/diagramColors" Target="../diagrams/colors18.xml"/><Relationship Id="rId10" Type="http://schemas.openxmlformats.org/officeDocument/2006/relationships/diagramColors" Target="../diagrams/colors17.xml"/><Relationship Id="rId4" Type="http://schemas.openxmlformats.org/officeDocument/2006/relationships/diagramQuickStyle" Target="../diagrams/quickStyle16.xml"/><Relationship Id="rId9" Type="http://schemas.openxmlformats.org/officeDocument/2006/relationships/diagramQuickStyle" Target="../diagrams/quickStyle17.xml"/><Relationship Id="rId14" Type="http://schemas.openxmlformats.org/officeDocument/2006/relationships/diagramQuickStyle" Target="../diagrams/quickStyle18.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0.xml"/><Relationship Id="rId3" Type="http://schemas.openxmlformats.org/officeDocument/2006/relationships/diagramLayout" Target="../diagrams/layout19.xml"/><Relationship Id="rId7" Type="http://schemas.openxmlformats.org/officeDocument/2006/relationships/diagramData" Target="../diagrams/data20.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0" Type="http://schemas.openxmlformats.org/officeDocument/2006/relationships/diagramColors" Target="../diagrams/colors20.xml"/><Relationship Id="rId4" Type="http://schemas.openxmlformats.org/officeDocument/2006/relationships/diagramQuickStyle" Target="../diagrams/quickStyle19.xml"/><Relationship Id="rId9" Type="http://schemas.openxmlformats.org/officeDocument/2006/relationships/diagramQuickStyle" Target="../diagrams/quickStyle20.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23.xml"/><Relationship Id="rId3" Type="http://schemas.openxmlformats.org/officeDocument/2006/relationships/hyperlink" Target="https://pxhere.com/fr/photo/230904" TargetMode="External"/><Relationship Id="rId7" Type="http://schemas.openxmlformats.org/officeDocument/2006/relationships/diagramQuickStyle" Target="../diagrams/quickStyle23.xml"/><Relationship Id="rId2" Type="http://schemas.openxmlformats.org/officeDocument/2006/relationships/image" Target="../media/image10.jpg"/><Relationship Id="rId1" Type="http://schemas.openxmlformats.org/officeDocument/2006/relationships/slideLayout" Target="../slideLayouts/slideLayout7.xml"/><Relationship Id="rId6" Type="http://schemas.openxmlformats.org/officeDocument/2006/relationships/diagramLayout" Target="../diagrams/layout23.xml"/><Relationship Id="rId5" Type="http://schemas.openxmlformats.org/officeDocument/2006/relationships/diagramData" Target="../diagrams/data23.xml"/><Relationship Id="rId4" Type="http://schemas.openxmlformats.org/officeDocument/2006/relationships/image" Target="../media/image1.png"/><Relationship Id="rId9" Type="http://schemas.microsoft.com/office/2007/relationships/diagramDrawing" Target="../diagrams/drawing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71004B-0E63-FC86-8FD4-936A47FAB954}"/>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3100"/>
              <a:t>2024 PARIS OLYMPICS PERFORMANCE ANALYSIS</a:t>
            </a:r>
          </a:p>
        </p:txBody>
      </p:sp>
      <p:pic>
        <p:nvPicPr>
          <p:cNvPr id="6" name="Picture 5" descr="A group of colorful rings&#10;&#10;AI-generated content may be incorrect.">
            <a:extLst>
              <a:ext uri="{FF2B5EF4-FFF2-40B4-BE49-F238E27FC236}">
                <a16:creationId xmlns:a16="http://schemas.microsoft.com/office/drawing/2014/main" id="{9F216D98-0F60-FD01-95EC-1BE98EE78A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099" y="1716347"/>
            <a:ext cx="7390808" cy="3418248"/>
          </a:xfrm>
          <a:prstGeom prst="rect">
            <a:avLst/>
          </a:prstGeom>
        </p:spPr>
      </p:pic>
    </p:spTree>
    <p:extLst>
      <p:ext uri="{BB962C8B-B14F-4D97-AF65-F5344CB8AC3E}">
        <p14:creationId xmlns:p14="http://schemas.microsoft.com/office/powerpoint/2010/main" val="847324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E0DC6F-DB0E-DBE1-8178-AE81BC6B9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wall and calendar">
            <a:extLst>
              <a:ext uri="{FF2B5EF4-FFF2-40B4-BE49-F238E27FC236}">
                <a16:creationId xmlns:a16="http://schemas.microsoft.com/office/drawing/2014/main" id="{8130850A-F112-565D-0736-7414578F211A}"/>
              </a:ext>
            </a:extLst>
          </p:cNvPr>
          <p:cNvPicPr>
            <a:picLocks noChangeAspect="1"/>
          </p:cNvPicPr>
          <p:nvPr/>
        </p:nvPicPr>
        <p:blipFill>
          <a:blip r:embed="rId2"/>
          <a:srcRect t="15730"/>
          <a:stretch>
            <a:fillRect/>
          </a:stretch>
        </p:blipFill>
        <p:spPr>
          <a:xfrm>
            <a:off x="0" y="-103357"/>
            <a:ext cx="12494150" cy="6857990"/>
          </a:xfrm>
          <a:prstGeom prst="rect">
            <a:avLst/>
          </a:prstGeom>
        </p:spPr>
      </p:pic>
      <p:sp>
        <p:nvSpPr>
          <p:cNvPr id="11" name="Rectangle 10">
            <a:extLst>
              <a:ext uri="{FF2B5EF4-FFF2-40B4-BE49-F238E27FC236}">
                <a16:creationId xmlns:a16="http://schemas.microsoft.com/office/drawing/2014/main" id="{84D07BF5-D29E-918E-55FE-747AF2A0E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66726"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2242FC-247E-5059-083B-EE954A359EB9}"/>
              </a:ext>
            </a:extLst>
          </p:cNvPr>
          <p:cNvSpPr>
            <a:spLocks noGrp="1"/>
          </p:cNvSpPr>
          <p:nvPr>
            <p:ph type="title"/>
          </p:nvPr>
        </p:nvSpPr>
        <p:spPr>
          <a:xfrm>
            <a:off x="441035" y="453225"/>
            <a:ext cx="3424383" cy="644056"/>
          </a:xfrm>
        </p:spPr>
        <p:txBody>
          <a:bodyPr vert="horz" lIns="91440" tIns="45720" rIns="91440" bIns="45720" rtlCol="0" anchor="t">
            <a:normAutofit/>
          </a:bodyPr>
          <a:lstStyle/>
          <a:p>
            <a:pPr algn="ctr"/>
            <a:r>
              <a:rPr lang="en-US" sz="1600" dirty="0"/>
              <a:t>TABLE OF CONTENT</a:t>
            </a:r>
          </a:p>
        </p:txBody>
      </p:sp>
      <p:sp>
        <p:nvSpPr>
          <p:cNvPr id="3" name="Content Placeholder 2">
            <a:extLst>
              <a:ext uri="{FF2B5EF4-FFF2-40B4-BE49-F238E27FC236}">
                <a16:creationId xmlns:a16="http://schemas.microsoft.com/office/drawing/2014/main" id="{5B3A048E-0BDD-DBD6-892F-CA78560F5184}"/>
              </a:ext>
            </a:extLst>
          </p:cNvPr>
          <p:cNvSpPr>
            <a:spLocks noGrp="1"/>
          </p:cNvSpPr>
          <p:nvPr>
            <p:ph idx="1"/>
          </p:nvPr>
        </p:nvSpPr>
        <p:spPr>
          <a:xfrm>
            <a:off x="302150" y="1288111"/>
            <a:ext cx="4389119" cy="5271715"/>
          </a:xfrm>
        </p:spPr>
        <p:txBody>
          <a:bodyPr vert="horz" lIns="91440" tIns="45720" rIns="91440" bIns="45720" rtlCol="0" anchor="b">
            <a:normAutofit/>
          </a:bodyPr>
          <a:lstStyle/>
          <a:p>
            <a:pPr marL="342900" indent="-342900">
              <a:lnSpc>
                <a:spcPct val="110000"/>
              </a:lnSpc>
              <a:buAutoNum type="arabicPeriod"/>
            </a:pPr>
            <a:r>
              <a:rPr lang="en-US" sz="1600" dirty="0">
                <a:latin typeface="Arial Black" panose="020B0A04020102020204" pitchFamily="34" charset="0"/>
              </a:rPr>
              <a:t>Report Title</a:t>
            </a:r>
          </a:p>
          <a:p>
            <a:pPr marL="342900" indent="-342900">
              <a:lnSpc>
                <a:spcPct val="110000"/>
              </a:lnSpc>
              <a:buAutoNum type="arabicPeriod"/>
            </a:pPr>
            <a:r>
              <a:rPr lang="en-US" sz="1600" dirty="0">
                <a:latin typeface="Arial Black" panose="020B0A04020102020204" pitchFamily="34" charset="0"/>
              </a:rPr>
              <a:t> Primary Objectives</a:t>
            </a:r>
          </a:p>
          <a:p>
            <a:pPr marL="342900" indent="-342900">
              <a:lnSpc>
                <a:spcPct val="110000"/>
              </a:lnSpc>
              <a:buAutoNum type="arabicPeriod"/>
            </a:pPr>
            <a:r>
              <a:rPr lang="en-US" sz="1600" dirty="0">
                <a:latin typeface="Arial Black" panose="020B0A04020102020204" pitchFamily="34" charset="0"/>
              </a:rPr>
              <a:t>Dashboard Overview</a:t>
            </a:r>
          </a:p>
          <a:p>
            <a:pPr marL="342900" indent="-342900">
              <a:lnSpc>
                <a:spcPct val="110000"/>
              </a:lnSpc>
              <a:buAutoNum type="arabicPeriod"/>
            </a:pPr>
            <a:r>
              <a:rPr lang="en-US" sz="1600" dirty="0">
                <a:latin typeface="Arial Black" panose="020B0A04020102020204" pitchFamily="34" charset="0"/>
              </a:rPr>
              <a:t>Dashboard Overview Introduction</a:t>
            </a:r>
          </a:p>
          <a:p>
            <a:pPr marL="342900" indent="-342900">
              <a:lnSpc>
                <a:spcPct val="110000"/>
              </a:lnSpc>
              <a:buFont typeface="Arial" panose="020B0604020202020204" pitchFamily="34" charset="0"/>
              <a:buAutoNum type="arabicPeriod"/>
            </a:pPr>
            <a:r>
              <a:rPr lang="en-US" sz="1600" b="1" dirty="0">
                <a:latin typeface="Arial Black" panose="020B0A04020102020204" pitchFamily="34" charset="0"/>
              </a:rPr>
              <a:t>Key Findings</a:t>
            </a:r>
          </a:p>
          <a:p>
            <a:pPr marL="342900" indent="-342900">
              <a:lnSpc>
                <a:spcPct val="110000"/>
              </a:lnSpc>
              <a:buFont typeface="Arial" panose="020B0604020202020204" pitchFamily="34" charset="0"/>
              <a:buAutoNum type="arabicPeriod"/>
            </a:pPr>
            <a:r>
              <a:rPr lang="en-US" sz="1600" b="1" dirty="0">
                <a:latin typeface="Arial Black" panose="020B0A04020102020204" pitchFamily="34" charset="0"/>
              </a:rPr>
              <a:t>Observation</a:t>
            </a:r>
          </a:p>
          <a:p>
            <a:pPr marL="342900" indent="-342900">
              <a:lnSpc>
                <a:spcPct val="110000"/>
              </a:lnSpc>
              <a:buFont typeface="Arial" panose="020B0604020202020204" pitchFamily="34" charset="0"/>
              <a:buAutoNum type="arabicPeriod"/>
            </a:pPr>
            <a:r>
              <a:rPr lang="en-US" sz="1600" b="1" dirty="0">
                <a:latin typeface="Arial Black" panose="020B0A04020102020204" pitchFamily="34" charset="0"/>
              </a:rPr>
              <a:t>Insights</a:t>
            </a:r>
          </a:p>
          <a:p>
            <a:pPr marL="342900" indent="-342900">
              <a:lnSpc>
                <a:spcPct val="110000"/>
              </a:lnSpc>
              <a:buFont typeface="Arial" panose="020B0604020202020204" pitchFamily="34" charset="0"/>
              <a:buAutoNum type="arabicPeriod"/>
            </a:pPr>
            <a:r>
              <a:rPr lang="en-US" sz="1600" b="1" dirty="0">
                <a:latin typeface="Arial Black" panose="020B0A04020102020204" pitchFamily="34" charset="0"/>
              </a:rPr>
              <a:t>Conclusion</a:t>
            </a:r>
          </a:p>
          <a:p>
            <a:pPr marL="342900" indent="-342900">
              <a:lnSpc>
                <a:spcPct val="110000"/>
              </a:lnSpc>
              <a:buFont typeface="Arial" panose="020B0604020202020204" pitchFamily="34" charset="0"/>
              <a:buAutoNum type="arabicPeriod"/>
            </a:pPr>
            <a:r>
              <a:rPr lang="en-US" sz="1600" b="1" dirty="0">
                <a:latin typeface="Arial Black" panose="020B0A04020102020204" pitchFamily="34" charset="0"/>
              </a:rPr>
              <a:t>Recommendations</a:t>
            </a:r>
          </a:p>
          <a:p>
            <a:pPr marL="0" indent="0">
              <a:lnSpc>
                <a:spcPct val="110000"/>
              </a:lnSpc>
              <a:buNone/>
            </a:pPr>
            <a:br>
              <a:rPr lang="en-US" sz="1600" b="1" dirty="0">
                <a:latin typeface="Arial Black" panose="020B0A04020102020204" pitchFamily="34" charset="0"/>
              </a:rPr>
            </a:br>
            <a:br>
              <a:rPr lang="en-US" sz="1600" b="1" dirty="0">
                <a:latin typeface="Arial Black" panose="020B0A04020102020204" pitchFamily="34" charset="0"/>
              </a:rPr>
            </a:br>
            <a:endParaRPr lang="en-US" sz="1600" dirty="0">
              <a:latin typeface="Arial Black" panose="020B0A04020102020204" pitchFamily="34" charset="0"/>
            </a:endParaRPr>
          </a:p>
          <a:p>
            <a:pPr marL="342900" indent="-342900">
              <a:lnSpc>
                <a:spcPct val="110000"/>
              </a:lnSpc>
              <a:buAutoNum type="arabicPeriod"/>
            </a:pPr>
            <a:endParaRPr lang="en-US" sz="1600" dirty="0">
              <a:latin typeface="Arial Black" panose="020B0A04020102020204" pitchFamily="34" charset="0"/>
            </a:endParaRPr>
          </a:p>
          <a:p>
            <a:pPr marL="342900" indent="-342900">
              <a:lnSpc>
                <a:spcPct val="110000"/>
              </a:lnSpc>
              <a:buAutoNum type="arabicPeriod"/>
            </a:pPr>
            <a:endParaRPr lang="en-US" sz="1600" dirty="0">
              <a:latin typeface="Arial Black" panose="020B0A04020102020204" pitchFamily="34" charset="0"/>
            </a:endParaRPr>
          </a:p>
        </p:txBody>
      </p:sp>
    </p:spTree>
    <p:extLst>
      <p:ext uri="{BB962C8B-B14F-4D97-AF65-F5344CB8AC3E}">
        <p14:creationId xmlns:p14="http://schemas.microsoft.com/office/powerpoint/2010/main" val="178704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CE4D3-16A0-4D6F-3852-06F76B4EBEB8}"/>
              </a:ext>
            </a:extLst>
          </p:cNvPr>
          <p:cNvSpPr>
            <a:spLocks noGrp="1"/>
          </p:cNvSpPr>
          <p:nvPr>
            <p:ph type="title"/>
          </p:nvPr>
        </p:nvSpPr>
        <p:spPr>
          <a:xfrm>
            <a:off x="612648" y="548640"/>
            <a:ext cx="10653578" cy="1019695"/>
          </a:xfrm>
        </p:spPr>
        <p:txBody>
          <a:bodyPr/>
          <a:lstStyle/>
          <a:p>
            <a:pPr algn="ctr">
              <a:lnSpc>
                <a:spcPct val="150000"/>
              </a:lnSpc>
            </a:pPr>
            <a:r>
              <a:rPr lang="en-US" sz="1800" b="1" dirty="0">
                <a:effectLst/>
                <a:latin typeface="Arial Black" panose="020B0A04020102020204" pitchFamily="34" charset="0"/>
                <a:ea typeface="Aptos" panose="020B0004020202020204" pitchFamily="34" charset="0"/>
                <a:cs typeface="Times New Roman" panose="02020603050405020304" pitchFamily="18" charset="0"/>
              </a:rPr>
              <a:t>Report Title:</a:t>
            </a:r>
            <a:r>
              <a:rPr lang="en-US" sz="1800" dirty="0">
                <a:effectLst/>
                <a:latin typeface="Arial Black" panose="020B0A04020102020204" pitchFamily="34" charset="0"/>
                <a:ea typeface="Aptos" panose="020B0004020202020204" pitchFamily="34" charset="0"/>
                <a:cs typeface="Times New Roman" panose="02020603050405020304" pitchFamily="18" charset="0"/>
              </a:rPr>
              <a:t> Analysis of the 2024 Paris Summer Olympics </a:t>
            </a:r>
            <a:br>
              <a:rPr lang="en-US" sz="1800" dirty="0">
                <a:effectLst/>
                <a:latin typeface="Arial Black" panose="020B0A04020102020204" pitchFamily="34" charset="0"/>
                <a:ea typeface="Aptos" panose="020B0004020202020204" pitchFamily="34" charset="0"/>
                <a:cs typeface="Times New Roman" panose="02020603050405020304" pitchFamily="18" charset="0"/>
              </a:rPr>
            </a:br>
            <a:r>
              <a:rPr lang="en-US" sz="1800" dirty="0">
                <a:effectLst/>
                <a:latin typeface="Arial Black" panose="020B0A04020102020204" pitchFamily="34" charset="0"/>
                <a:ea typeface="Aptos" panose="020B0004020202020204" pitchFamily="34" charset="0"/>
                <a:cs typeface="Times New Roman" panose="02020603050405020304" pitchFamily="18" charset="0"/>
              </a:rPr>
              <a:t>(Stakeholder Report) </a:t>
            </a:r>
            <a:endParaRPr lang="en-US" dirty="0">
              <a:latin typeface="Arial Black" panose="020B0A04020102020204" pitchFamily="34" charset="0"/>
            </a:endParaRPr>
          </a:p>
        </p:txBody>
      </p:sp>
      <p:graphicFrame>
        <p:nvGraphicFramePr>
          <p:cNvPr id="9" name="Content Placeholder 8">
            <a:extLst>
              <a:ext uri="{FF2B5EF4-FFF2-40B4-BE49-F238E27FC236}">
                <a16:creationId xmlns:a16="http://schemas.microsoft.com/office/drawing/2014/main" id="{96599798-10D2-FF3D-5D53-6863AD2DD180}"/>
              </a:ext>
            </a:extLst>
          </p:cNvPr>
          <p:cNvGraphicFramePr>
            <a:graphicFrameLocks noGrp="1"/>
          </p:cNvGraphicFramePr>
          <p:nvPr>
            <p:ph idx="1"/>
            <p:extLst>
              <p:ext uri="{D42A27DB-BD31-4B8C-83A1-F6EECF244321}">
                <p14:modId xmlns:p14="http://schemas.microsoft.com/office/powerpoint/2010/main" val="2570395699"/>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6724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AAD3CE4-0F86-DE6B-956C-E2C9190A7280}"/>
              </a:ext>
            </a:extLst>
          </p:cNvPr>
          <p:cNvGraphicFramePr/>
          <p:nvPr>
            <p:extLst>
              <p:ext uri="{D42A27DB-BD31-4B8C-83A1-F6EECF244321}">
                <p14:modId xmlns:p14="http://schemas.microsoft.com/office/powerpoint/2010/main" val="3412357958"/>
              </p:ext>
            </p:extLst>
          </p:nvPr>
        </p:nvGraphicFramePr>
        <p:xfrm>
          <a:off x="612648" y="548640"/>
          <a:ext cx="10653578" cy="1132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a:extLst>
              <a:ext uri="{FF2B5EF4-FFF2-40B4-BE49-F238E27FC236}">
                <a16:creationId xmlns:a16="http://schemas.microsoft.com/office/drawing/2014/main" id="{4C107454-F81A-DFD3-14E6-C1C27D778F96}"/>
              </a:ext>
            </a:extLst>
          </p:cNvPr>
          <p:cNvGraphicFramePr>
            <a:graphicFrameLocks noGrp="1"/>
          </p:cNvGraphicFramePr>
          <p:nvPr>
            <p:ph idx="1"/>
            <p:extLst>
              <p:ext uri="{D42A27DB-BD31-4B8C-83A1-F6EECF244321}">
                <p14:modId xmlns:p14="http://schemas.microsoft.com/office/powerpoint/2010/main" val="3640234196"/>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98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BE73-88B9-7868-D5C4-EC25D2F76771}"/>
              </a:ext>
            </a:extLst>
          </p:cNvPr>
          <p:cNvSpPr>
            <a:spLocks noGrp="1"/>
          </p:cNvSpPr>
          <p:nvPr>
            <p:ph type="title"/>
          </p:nvPr>
        </p:nvSpPr>
        <p:spPr>
          <a:xfrm>
            <a:off x="612648" y="626225"/>
            <a:ext cx="10149563" cy="892233"/>
          </a:xfrm>
        </p:spPr>
        <p:txBody>
          <a:bodyPr>
            <a:normAutofit/>
          </a:bodyPr>
          <a:lstStyle/>
          <a:p>
            <a:pPr algn="ctr"/>
            <a:r>
              <a:rPr lang="en-US" sz="2800" b="1" dirty="0">
                <a:effectLst/>
                <a:latin typeface="Arial Black" panose="020B0A04020102020204" pitchFamily="34" charset="0"/>
                <a:ea typeface="Aptos" panose="020B0004020202020204" pitchFamily="34" charset="0"/>
                <a:cs typeface="Times New Roman" panose="02020603050405020304" pitchFamily="18" charset="0"/>
              </a:rPr>
              <a:t>Dashboard Overview</a:t>
            </a:r>
            <a:endParaRPr lang="en-US" sz="2800" dirty="0">
              <a:latin typeface="Arial Black" panose="020B0A04020102020204" pitchFamily="34" charset="0"/>
            </a:endParaRPr>
          </a:p>
        </p:txBody>
      </p:sp>
      <p:pic>
        <p:nvPicPr>
          <p:cNvPr id="12" name="Content Placeholder 11">
            <a:extLst>
              <a:ext uri="{FF2B5EF4-FFF2-40B4-BE49-F238E27FC236}">
                <a16:creationId xmlns:a16="http://schemas.microsoft.com/office/drawing/2014/main" id="{AA6B1E29-BFEA-608D-6845-C2DAD4E6E138}"/>
              </a:ext>
            </a:extLst>
          </p:cNvPr>
          <p:cNvPicPr>
            <a:picLocks noGrp="1" noChangeAspect="1"/>
          </p:cNvPicPr>
          <p:nvPr>
            <p:ph idx="1"/>
          </p:nvPr>
        </p:nvPicPr>
        <p:blipFill>
          <a:blip r:embed="rId2"/>
          <a:stretch>
            <a:fillRect/>
          </a:stretch>
        </p:blipFill>
        <p:spPr>
          <a:xfrm>
            <a:off x="1796226" y="1606163"/>
            <a:ext cx="8286811" cy="4330307"/>
          </a:xfrm>
        </p:spPr>
      </p:pic>
    </p:spTree>
    <p:extLst>
      <p:ext uri="{BB962C8B-B14F-4D97-AF65-F5344CB8AC3E}">
        <p14:creationId xmlns:p14="http://schemas.microsoft.com/office/powerpoint/2010/main" val="1884646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7115C31-C27E-EFDC-0C3B-69AAA39929A8}"/>
              </a:ext>
            </a:extLst>
          </p:cNvPr>
          <p:cNvGraphicFramePr/>
          <p:nvPr>
            <p:extLst>
              <p:ext uri="{D42A27DB-BD31-4B8C-83A1-F6EECF244321}">
                <p14:modId xmlns:p14="http://schemas.microsoft.com/office/powerpoint/2010/main" val="359609047"/>
              </p:ext>
            </p:extLst>
          </p:nvPr>
        </p:nvGraphicFramePr>
        <p:xfrm>
          <a:off x="1645920" y="1928553"/>
          <a:ext cx="9337964" cy="39770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F93E15B1-EA63-052F-0A64-09A431382A12}"/>
              </a:ext>
            </a:extLst>
          </p:cNvPr>
          <p:cNvSpPr txBox="1"/>
          <p:nvPr/>
        </p:nvSpPr>
        <p:spPr>
          <a:xfrm>
            <a:off x="5408815" y="3053542"/>
            <a:ext cx="2155767" cy="877291"/>
          </a:xfrm>
          <a:prstGeom prst="rect">
            <a:avLst/>
          </a:prstGeom>
          <a:noFill/>
        </p:spPr>
        <p:txBody>
          <a:bodyPr wrap="square" rtlCol="0">
            <a:spAutoFit/>
          </a:bodyPr>
          <a:lstStyle/>
          <a:p>
            <a:pPr algn="ctr">
              <a:lnSpc>
                <a:spcPct val="150000"/>
              </a:lnSpc>
            </a:pPr>
            <a:r>
              <a:rPr lang="en-US" b="1" dirty="0"/>
              <a:t>Dashboard Introduction</a:t>
            </a:r>
          </a:p>
        </p:txBody>
      </p:sp>
    </p:spTree>
    <p:extLst>
      <p:ext uri="{BB962C8B-B14F-4D97-AF65-F5344CB8AC3E}">
        <p14:creationId xmlns:p14="http://schemas.microsoft.com/office/powerpoint/2010/main" val="1149835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9A21A8BA-AF6B-C897-822C-4452E8B43555}"/>
              </a:ext>
            </a:extLst>
          </p:cNvPr>
          <p:cNvGraphicFramePr/>
          <p:nvPr>
            <p:extLst>
              <p:ext uri="{D42A27DB-BD31-4B8C-83A1-F6EECF244321}">
                <p14:modId xmlns:p14="http://schemas.microsoft.com/office/powerpoint/2010/main" val="2559505477"/>
              </p:ext>
            </p:extLst>
          </p:nvPr>
        </p:nvGraphicFramePr>
        <p:xfrm>
          <a:off x="614677" y="603504"/>
          <a:ext cx="10872216" cy="1527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39088C47-F344-97DB-6F7B-1D84BD92F1B4}"/>
              </a:ext>
            </a:extLst>
          </p:cNvPr>
          <p:cNvPicPr>
            <a:picLocks noGrp="1" noChangeAspect="1"/>
          </p:cNvPicPr>
          <p:nvPr>
            <p:ph idx="1"/>
          </p:nvPr>
        </p:nvPicPr>
        <p:blipFill>
          <a:blip r:embed="rId7"/>
          <a:stretch>
            <a:fillRect/>
          </a:stretch>
        </p:blipFill>
        <p:spPr>
          <a:xfrm>
            <a:off x="614678" y="2441274"/>
            <a:ext cx="5173647" cy="3444025"/>
          </a:xfrm>
          <a:prstGeom prst="rect">
            <a:avLst/>
          </a:prstGeom>
        </p:spPr>
      </p:pic>
      <p:graphicFrame>
        <p:nvGraphicFramePr>
          <p:cNvPr id="8" name="Diagram 7">
            <a:extLst>
              <a:ext uri="{FF2B5EF4-FFF2-40B4-BE49-F238E27FC236}">
                <a16:creationId xmlns:a16="http://schemas.microsoft.com/office/drawing/2014/main" id="{A18C32B5-4269-C6A4-DE27-9FC0A33C1FB3}"/>
              </a:ext>
            </a:extLst>
          </p:cNvPr>
          <p:cNvGraphicFramePr/>
          <p:nvPr>
            <p:extLst>
              <p:ext uri="{D42A27DB-BD31-4B8C-83A1-F6EECF244321}">
                <p14:modId xmlns:p14="http://schemas.microsoft.com/office/powerpoint/2010/main" val="1390847899"/>
              </p:ext>
            </p:extLst>
          </p:nvPr>
        </p:nvGraphicFramePr>
        <p:xfrm>
          <a:off x="6096000" y="2441273"/>
          <a:ext cx="5385816" cy="381794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TextBox 5">
            <a:extLst>
              <a:ext uri="{FF2B5EF4-FFF2-40B4-BE49-F238E27FC236}">
                <a16:creationId xmlns:a16="http://schemas.microsoft.com/office/drawing/2014/main" id="{4D40019F-4E26-5C33-99C6-A036DEB995DD}"/>
              </a:ext>
            </a:extLst>
          </p:cNvPr>
          <p:cNvSpPr txBox="1"/>
          <p:nvPr/>
        </p:nvSpPr>
        <p:spPr>
          <a:xfrm>
            <a:off x="4179237" y="3067841"/>
            <a:ext cx="1515818" cy="2564805"/>
          </a:xfrm>
          <a:prstGeom prst="rect">
            <a:avLst/>
          </a:prstGeom>
          <a:noFill/>
        </p:spPr>
        <p:txBody>
          <a:bodyPr wrap="square" rtlCol="0">
            <a:spAutoFit/>
          </a:bodyPr>
          <a:lstStyle/>
          <a:p>
            <a:pPr>
              <a:spcBef>
                <a:spcPts val="0"/>
              </a:spcBef>
              <a:spcAft>
                <a:spcPts val="0"/>
              </a:spcAft>
            </a:pPr>
            <a:endParaRPr lang="en-US" sz="800" dirty="0">
              <a:effectLst/>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800" b="1" kern="100" dirty="0">
                <a:effectLst/>
                <a:latin typeface="Aptos" panose="020B0004020202020204" pitchFamily="34" charset="0"/>
                <a:ea typeface="Aptos" panose="020B0004020202020204" pitchFamily="34" charset="0"/>
                <a:cs typeface="Times New Roman" panose="02020603050405020304" pitchFamily="18" charset="0"/>
              </a:rPr>
              <a:t>Visual Description:</a:t>
            </a:r>
            <a:r>
              <a:rPr lang="en-US" sz="800" kern="100" dirty="0">
                <a:effectLst/>
                <a:latin typeface="Aptos" panose="020B0004020202020204" pitchFamily="34" charset="0"/>
                <a:ea typeface="Aptos" panose="020B0004020202020204" pitchFamily="34" charset="0"/>
                <a:cs typeface="Times New Roman" panose="02020603050405020304" pitchFamily="18" charset="0"/>
              </a:rPr>
              <a:t> A choropleth map showing total medals won by each country, with color intensity representing medal count (darker shades for higher totals).</a:t>
            </a:r>
          </a:p>
          <a:p>
            <a:endParaRPr lang="en-US" sz="800" dirty="0"/>
          </a:p>
        </p:txBody>
      </p:sp>
    </p:spTree>
    <p:extLst>
      <p:ext uri="{BB962C8B-B14F-4D97-AF65-F5344CB8AC3E}">
        <p14:creationId xmlns:p14="http://schemas.microsoft.com/office/powerpoint/2010/main" val="262601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9A21A8BA-AF6B-C897-822C-4452E8B43555}"/>
              </a:ext>
            </a:extLst>
          </p:cNvPr>
          <p:cNvGraphicFramePr/>
          <p:nvPr>
            <p:extLst>
              <p:ext uri="{D42A27DB-BD31-4B8C-83A1-F6EECF244321}">
                <p14:modId xmlns:p14="http://schemas.microsoft.com/office/powerpoint/2010/main" val="1326882392"/>
              </p:ext>
            </p:extLst>
          </p:nvPr>
        </p:nvGraphicFramePr>
        <p:xfrm>
          <a:off x="737415" y="345753"/>
          <a:ext cx="10872216" cy="1527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A18C32B5-4269-C6A4-DE27-9FC0A33C1FB3}"/>
              </a:ext>
            </a:extLst>
          </p:cNvPr>
          <p:cNvGraphicFramePr/>
          <p:nvPr>
            <p:extLst>
              <p:ext uri="{D42A27DB-BD31-4B8C-83A1-F6EECF244321}">
                <p14:modId xmlns:p14="http://schemas.microsoft.com/office/powerpoint/2010/main" val="2522398984"/>
              </p:ext>
            </p:extLst>
          </p:nvPr>
        </p:nvGraphicFramePr>
        <p:xfrm>
          <a:off x="6218738" y="2183522"/>
          <a:ext cx="5385816" cy="38179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Content Placeholder 8">
            <a:extLst>
              <a:ext uri="{FF2B5EF4-FFF2-40B4-BE49-F238E27FC236}">
                <a16:creationId xmlns:a16="http://schemas.microsoft.com/office/drawing/2014/main" id="{34A483F1-68C1-D6AA-2C21-2A179890095B}"/>
              </a:ext>
            </a:extLst>
          </p:cNvPr>
          <p:cNvGraphicFramePr>
            <a:graphicFrameLocks noGrp="1"/>
          </p:cNvGraphicFramePr>
          <p:nvPr>
            <p:ph idx="1"/>
            <p:extLst>
              <p:ext uri="{D42A27DB-BD31-4B8C-83A1-F6EECF244321}">
                <p14:modId xmlns:p14="http://schemas.microsoft.com/office/powerpoint/2010/main" val="193059311"/>
              </p:ext>
            </p:extLst>
          </p:nvPr>
        </p:nvGraphicFramePr>
        <p:xfrm>
          <a:off x="4074458" y="1996888"/>
          <a:ext cx="7339991" cy="404312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4" name="Picture 3">
            <a:extLst>
              <a:ext uri="{FF2B5EF4-FFF2-40B4-BE49-F238E27FC236}">
                <a16:creationId xmlns:a16="http://schemas.microsoft.com/office/drawing/2014/main" id="{AD8CFA96-7AF4-5654-EB62-AD299B8CE7CF}"/>
              </a:ext>
            </a:extLst>
          </p:cNvPr>
          <p:cNvPicPr>
            <a:picLocks noChangeAspect="1"/>
          </p:cNvPicPr>
          <p:nvPr/>
        </p:nvPicPr>
        <p:blipFill>
          <a:blip r:embed="rId17"/>
          <a:stretch>
            <a:fillRect/>
          </a:stretch>
        </p:blipFill>
        <p:spPr>
          <a:xfrm>
            <a:off x="1086745" y="2632736"/>
            <a:ext cx="2286000" cy="2352463"/>
          </a:xfrm>
          <a:prstGeom prst="rect">
            <a:avLst/>
          </a:prstGeom>
        </p:spPr>
      </p:pic>
    </p:spTree>
    <p:extLst>
      <p:ext uri="{BB962C8B-B14F-4D97-AF65-F5344CB8AC3E}">
        <p14:creationId xmlns:p14="http://schemas.microsoft.com/office/powerpoint/2010/main" val="3549974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9A21A8BA-AF6B-C897-822C-4452E8B43555}"/>
              </a:ext>
            </a:extLst>
          </p:cNvPr>
          <p:cNvGraphicFramePr/>
          <p:nvPr>
            <p:extLst>
              <p:ext uri="{D42A27DB-BD31-4B8C-83A1-F6EECF244321}">
                <p14:modId xmlns:p14="http://schemas.microsoft.com/office/powerpoint/2010/main" val="2119025311"/>
              </p:ext>
            </p:extLst>
          </p:nvPr>
        </p:nvGraphicFramePr>
        <p:xfrm>
          <a:off x="737415" y="345753"/>
          <a:ext cx="10872216" cy="1527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A18C32B5-4269-C6A4-DE27-9FC0A33C1FB3}"/>
              </a:ext>
            </a:extLst>
          </p:cNvPr>
          <p:cNvGraphicFramePr/>
          <p:nvPr/>
        </p:nvGraphicFramePr>
        <p:xfrm>
          <a:off x="6218738" y="2183522"/>
          <a:ext cx="5385816" cy="38179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Content Placeholder 8">
            <a:extLst>
              <a:ext uri="{FF2B5EF4-FFF2-40B4-BE49-F238E27FC236}">
                <a16:creationId xmlns:a16="http://schemas.microsoft.com/office/drawing/2014/main" id="{34A483F1-68C1-D6AA-2C21-2A179890095B}"/>
              </a:ext>
            </a:extLst>
          </p:cNvPr>
          <p:cNvGraphicFramePr>
            <a:graphicFrameLocks noGrp="1"/>
          </p:cNvGraphicFramePr>
          <p:nvPr>
            <p:ph idx="1"/>
            <p:extLst>
              <p:ext uri="{D42A27DB-BD31-4B8C-83A1-F6EECF244321}">
                <p14:modId xmlns:p14="http://schemas.microsoft.com/office/powerpoint/2010/main" val="2183272213"/>
              </p:ext>
            </p:extLst>
          </p:nvPr>
        </p:nvGraphicFramePr>
        <p:xfrm>
          <a:off x="4074458" y="1996888"/>
          <a:ext cx="7339991" cy="333423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2" name="Picture 1">
            <a:extLst>
              <a:ext uri="{FF2B5EF4-FFF2-40B4-BE49-F238E27FC236}">
                <a16:creationId xmlns:a16="http://schemas.microsoft.com/office/drawing/2014/main" id="{6D60ECCF-251F-CDAD-7724-38E375F29E39}"/>
              </a:ext>
            </a:extLst>
          </p:cNvPr>
          <p:cNvPicPr>
            <a:picLocks noChangeAspect="1"/>
          </p:cNvPicPr>
          <p:nvPr/>
        </p:nvPicPr>
        <p:blipFill>
          <a:blip r:embed="rId17"/>
          <a:stretch>
            <a:fillRect/>
          </a:stretch>
        </p:blipFill>
        <p:spPr>
          <a:xfrm>
            <a:off x="886687" y="2311456"/>
            <a:ext cx="2600325" cy="2076514"/>
          </a:xfrm>
          <a:prstGeom prst="rect">
            <a:avLst/>
          </a:prstGeom>
        </p:spPr>
      </p:pic>
    </p:spTree>
    <p:extLst>
      <p:ext uri="{BB962C8B-B14F-4D97-AF65-F5344CB8AC3E}">
        <p14:creationId xmlns:p14="http://schemas.microsoft.com/office/powerpoint/2010/main" val="3281147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9A21A8BA-AF6B-C897-822C-4452E8B43555}"/>
              </a:ext>
            </a:extLst>
          </p:cNvPr>
          <p:cNvGraphicFramePr/>
          <p:nvPr>
            <p:extLst>
              <p:ext uri="{D42A27DB-BD31-4B8C-83A1-F6EECF244321}">
                <p14:modId xmlns:p14="http://schemas.microsoft.com/office/powerpoint/2010/main" val="3573669997"/>
              </p:ext>
            </p:extLst>
          </p:nvPr>
        </p:nvGraphicFramePr>
        <p:xfrm>
          <a:off x="737415" y="345753"/>
          <a:ext cx="10872216" cy="1527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A18C32B5-4269-C6A4-DE27-9FC0A33C1FB3}"/>
              </a:ext>
            </a:extLst>
          </p:cNvPr>
          <p:cNvGraphicFramePr/>
          <p:nvPr/>
        </p:nvGraphicFramePr>
        <p:xfrm>
          <a:off x="6218738" y="2183522"/>
          <a:ext cx="5385816" cy="38179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Content Placeholder 8">
            <a:extLst>
              <a:ext uri="{FF2B5EF4-FFF2-40B4-BE49-F238E27FC236}">
                <a16:creationId xmlns:a16="http://schemas.microsoft.com/office/drawing/2014/main" id="{34A483F1-68C1-D6AA-2C21-2A179890095B}"/>
              </a:ext>
            </a:extLst>
          </p:cNvPr>
          <p:cNvGraphicFramePr>
            <a:graphicFrameLocks noGrp="1"/>
          </p:cNvGraphicFramePr>
          <p:nvPr>
            <p:ph idx="1"/>
            <p:extLst>
              <p:ext uri="{D42A27DB-BD31-4B8C-83A1-F6EECF244321}">
                <p14:modId xmlns:p14="http://schemas.microsoft.com/office/powerpoint/2010/main" val="1159583681"/>
              </p:ext>
            </p:extLst>
          </p:nvPr>
        </p:nvGraphicFramePr>
        <p:xfrm>
          <a:off x="4074458" y="1996888"/>
          <a:ext cx="7339991" cy="333423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3" name="Picture 2">
            <a:extLst>
              <a:ext uri="{FF2B5EF4-FFF2-40B4-BE49-F238E27FC236}">
                <a16:creationId xmlns:a16="http://schemas.microsoft.com/office/drawing/2014/main" id="{FCD2A410-9B96-D8CF-8737-D603CA004C08}"/>
              </a:ext>
            </a:extLst>
          </p:cNvPr>
          <p:cNvPicPr>
            <a:picLocks noChangeAspect="1"/>
          </p:cNvPicPr>
          <p:nvPr/>
        </p:nvPicPr>
        <p:blipFill>
          <a:blip r:embed="rId17"/>
          <a:stretch>
            <a:fillRect/>
          </a:stretch>
        </p:blipFill>
        <p:spPr>
          <a:xfrm>
            <a:off x="918359" y="2347912"/>
            <a:ext cx="2516603" cy="2828387"/>
          </a:xfrm>
          <a:prstGeom prst="rect">
            <a:avLst/>
          </a:prstGeom>
        </p:spPr>
      </p:pic>
    </p:spTree>
    <p:extLst>
      <p:ext uri="{BB962C8B-B14F-4D97-AF65-F5344CB8AC3E}">
        <p14:creationId xmlns:p14="http://schemas.microsoft.com/office/powerpoint/2010/main" val="497838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9A21A8BA-AF6B-C897-822C-4452E8B43555}"/>
              </a:ext>
            </a:extLst>
          </p:cNvPr>
          <p:cNvGraphicFramePr/>
          <p:nvPr>
            <p:extLst>
              <p:ext uri="{D42A27DB-BD31-4B8C-83A1-F6EECF244321}">
                <p14:modId xmlns:p14="http://schemas.microsoft.com/office/powerpoint/2010/main" val="1233341826"/>
              </p:ext>
            </p:extLst>
          </p:nvPr>
        </p:nvGraphicFramePr>
        <p:xfrm>
          <a:off x="737415" y="345753"/>
          <a:ext cx="10872216" cy="1527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A18C32B5-4269-C6A4-DE27-9FC0A33C1FB3}"/>
              </a:ext>
            </a:extLst>
          </p:cNvPr>
          <p:cNvGraphicFramePr/>
          <p:nvPr/>
        </p:nvGraphicFramePr>
        <p:xfrm>
          <a:off x="6218738" y="2183522"/>
          <a:ext cx="5385816" cy="38179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Content Placeholder 8">
            <a:extLst>
              <a:ext uri="{FF2B5EF4-FFF2-40B4-BE49-F238E27FC236}">
                <a16:creationId xmlns:a16="http://schemas.microsoft.com/office/drawing/2014/main" id="{34A483F1-68C1-D6AA-2C21-2A179890095B}"/>
              </a:ext>
            </a:extLst>
          </p:cNvPr>
          <p:cNvGraphicFramePr>
            <a:graphicFrameLocks noGrp="1"/>
          </p:cNvGraphicFramePr>
          <p:nvPr>
            <p:ph idx="1"/>
            <p:extLst>
              <p:ext uri="{D42A27DB-BD31-4B8C-83A1-F6EECF244321}">
                <p14:modId xmlns:p14="http://schemas.microsoft.com/office/powerpoint/2010/main" val="4024946189"/>
              </p:ext>
            </p:extLst>
          </p:nvPr>
        </p:nvGraphicFramePr>
        <p:xfrm>
          <a:off x="4074458" y="1996888"/>
          <a:ext cx="7339991" cy="333423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2" name="Picture 1">
            <a:extLst>
              <a:ext uri="{FF2B5EF4-FFF2-40B4-BE49-F238E27FC236}">
                <a16:creationId xmlns:a16="http://schemas.microsoft.com/office/drawing/2014/main" id="{2F45C5F0-9B7F-CC95-48BD-65881307656A}"/>
              </a:ext>
            </a:extLst>
          </p:cNvPr>
          <p:cNvPicPr>
            <a:picLocks noChangeAspect="1"/>
          </p:cNvPicPr>
          <p:nvPr/>
        </p:nvPicPr>
        <p:blipFill>
          <a:blip r:embed="rId17"/>
          <a:stretch>
            <a:fillRect/>
          </a:stretch>
        </p:blipFill>
        <p:spPr>
          <a:xfrm>
            <a:off x="897659" y="2442522"/>
            <a:ext cx="2279140" cy="2542678"/>
          </a:xfrm>
          <a:prstGeom prst="rect">
            <a:avLst/>
          </a:prstGeom>
        </p:spPr>
      </p:pic>
    </p:spTree>
    <p:extLst>
      <p:ext uri="{BB962C8B-B14F-4D97-AF65-F5344CB8AC3E}">
        <p14:creationId xmlns:p14="http://schemas.microsoft.com/office/powerpoint/2010/main" val="622511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8AA6D750-9D0F-EA50-99E6-575E74951E77}"/>
              </a:ext>
            </a:extLst>
          </p:cNvPr>
          <p:cNvGraphicFramePr/>
          <p:nvPr>
            <p:extLst>
              <p:ext uri="{D42A27DB-BD31-4B8C-83A1-F6EECF244321}">
                <p14:modId xmlns:p14="http://schemas.microsoft.com/office/powerpoint/2010/main" val="1049278829"/>
              </p:ext>
            </p:extLst>
          </p:nvPr>
        </p:nvGraphicFramePr>
        <p:xfrm>
          <a:off x="612648" y="548640"/>
          <a:ext cx="10653578" cy="1132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a:extLst>
              <a:ext uri="{FF2B5EF4-FFF2-40B4-BE49-F238E27FC236}">
                <a16:creationId xmlns:a16="http://schemas.microsoft.com/office/drawing/2014/main" id="{5456D5D2-C5C8-ABBE-FA20-E9EED2456A6F}"/>
              </a:ext>
            </a:extLst>
          </p:cNvPr>
          <p:cNvGraphicFramePr>
            <a:graphicFrameLocks noGrp="1"/>
          </p:cNvGraphicFramePr>
          <p:nvPr>
            <p:ph idx="1"/>
            <p:extLst>
              <p:ext uri="{D42A27DB-BD31-4B8C-83A1-F6EECF244321}">
                <p14:modId xmlns:p14="http://schemas.microsoft.com/office/powerpoint/2010/main" val="798655330"/>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48892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97A9AA26-02DE-8B56-C7E7-662AD7992110}"/>
              </a:ext>
            </a:extLst>
          </p:cNvPr>
          <p:cNvGraphicFramePr/>
          <p:nvPr>
            <p:extLst>
              <p:ext uri="{D42A27DB-BD31-4B8C-83A1-F6EECF244321}">
                <p14:modId xmlns:p14="http://schemas.microsoft.com/office/powerpoint/2010/main" val="3314744535"/>
              </p:ext>
            </p:extLst>
          </p:nvPr>
        </p:nvGraphicFramePr>
        <p:xfrm>
          <a:off x="612648" y="548640"/>
          <a:ext cx="10653578" cy="7886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a:extLst>
              <a:ext uri="{FF2B5EF4-FFF2-40B4-BE49-F238E27FC236}">
                <a16:creationId xmlns:a16="http://schemas.microsoft.com/office/drawing/2014/main" id="{B6E16CAA-D202-0E14-0524-010E126AB885}"/>
              </a:ext>
            </a:extLst>
          </p:cNvPr>
          <p:cNvGraphicFramePr>
            <a:graphicFrameLocks noGrp="1"/>
          </p:cNvGraphicFramePr>
          <p:nvPr>
            <p:ph idx="1"/>
            <p:extLst>
              <p:ext uri="{D42A27DB-BD31-4B8C-83A1-F6EECF244321}">
                <p14:modId xmlns:p14="http://schemas.microsoft.com/office/powerpoint/2010/main" val="776262524"/>
              </p:ext>
            </p:extLst>
          </p:nvPr>
        </p:nvGraphicFramePr>
        <p:xfrm>
          <a:off x="612647" y="1543050"/>
          <a:ext cx="10734225" cy="476630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48670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C5FCA38-32CD-5920-CA77-9AFC140E7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oup of women running on a track&#10;&#10;AI-generated content may be incorrect.">
            <a:extLst>
              <a:ext uri="{FF2B5EF4-FFF2-40B4-BE49-F238E27FC236}">
                <a16:creationId xmlns:a16="http://schemas.microsoft.com/office/drawing/2014/main" id="{22C63A63-6F55-0DA1-1B26-FF48F921EF6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045"/>
          <a:stretch>
            <a:fillRect/>
          </a:stretch>
        </p:blipFill>
        <p:spPr>
          <a:xfrm>
            <a:off x="20" y="1"/>
            <a:ext cx="6071587" cy="5883964"/>
          </a:xfrm>
          <a:prstGeom prst="rect">
            <a:avLst/>
          </a:prstGeom>
        </p:spPr>
      </p:pic>
      <p:pic>
        <p:nvPicPr>
          <p:cNvPr id="11" name="Picture 10" descr="A logo with a flame and rings&#10;&#10;AI-generated content may be incorrect.">
            <a:extLst>
              <a:ext uri="{FF2B5EF4-FFF2-40B4-BE49-F238E27FC236}">
                <a16:creationId xmlns:a16="http://schemas.microsoft.com/office/drawing/2014/main" id="{2D6957B6-AACD-AFE1-74A1-5F334D76C4F6}"/>
              </a:ext>
            </a:extLst>
          </p:cNvPr>
          <p:cNvPicPr>
            <a:picLocks noChangeAspect="1"/>
          </p:cNvPicPr>
          <p:nvPr/>
        </p:nvPicPr>
        <p:blipFill>
          <a:blip r:embed="rId4">
            <a:extLst>
              <a:ext uri="{28A0092B-C50C-407E-A947-70E740481C1C}">
                <a14:useLocalDpi xmlns:a14="http://schemas.microsoft.com/office/drawing/2010/main" val="0"/>
              </a:ext>
            </a:extLst>
          </a:blip>
          <a:srcRect t="31041" r="2" b="12420"/>
          <a:stretch>
            <a:fillRect/>
          </a:stretch>
        </p:blipFill>
        <p:spPr>
          <a:xfrm>
            <a:off x="6127320" y="-1"/>
            <a:ext cx="6064680" cy="3429001"/>
          </a:xfrm>
          <a:prstGeom prst="rect">
            <a:avLst/>
          </a:prstGeom>
        </p:spPr>
      </p:pic>
      <p:graphicFrame>
        <p:nvGraphicFramePr>
          <p:cNvPr id="5" name="Diagram 4">
            <a:extLst>
              <a:ext uri="{FF2B5EF4-FFF2-40B4-BE49-F238E27FC236}">
                <a16:creationId xmlns:a16="http://schemas.microsoft.com/office/drawing/2014/main" id="{104CD25D-1336-96F4-B701-AC4457881A32}"/>
              </a:ext>
            </a:extLst>
          </p:cNvPr>
          <p:cNvGraphicFramePr/>
          <p:nvPr>
            <p:extLst>
              <p:ext uri="{D42A27DB-BD31-4B8C-83A1-F6EECF244321}">
                <p14:modId xmlns:p14="http://schemas.microsoft.com/office/powerpoint/2010/main" val="11139457"/>
              </p:ext>
            </p:extLst>
          </p:nvPr>
        </p:nvGraphicFramePr>
        <p:xfrm>
          <a:off x="6043168" y="3814764"/>
          <a:ext cx="5688283" cy="24088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5297078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Ion</Template>
  <TotalTime>309</TotalTime>
  <Words>830</Words>
  <Application>Microsoft Office PowerPoint</Application>
  <PresentationFormat>Widescreen</PresentationFormat>
  <Paragraphs>75</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Arial Black</vt:lpstr>
      <vt:lpstr>Courier New</vt:lpstr>
      <vt:lpstr>Neue Haas Grotesk Text Pro</vt:lpstr>
      <vt:lpstr>Symbol</vt:lpstr>
      <vt:lpstr>Wingdings</vt:lpstr>
      <vt:lpstr>VanillaVTI</vt:lpstr>
      <vt:lpstr>2024 PARIS OLYMPICS PERFORMANCE ANALYSIS</vt:lpstr>
      <vt:lpstr>TABLE OF CONTENT</vt:lpstr>
      <vt:lpstr>Report Title: Analysis of the 2024 Paris Summer Olympics  (Stakeholder Report) </vt:lpstr>
      <vt:lpstr>PowerPoint Presentation</vt:lpstr>
      <vt:lpstr>Dashboard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divineblessing1807@gmail.com</dc:creator>
  <cp:lastModifiedBy>divineblessing1807@gmail.com</cp:lastModifiedBy>
  <cp:revision>1</cp:revision>
  <dcterms:created xsi:type="dcterms:W3CDTF">2025-08-23T12:58:44Z</dcterms:created>
  <dcterms:modified xsi:type="dcterms:W3CDTF">2025-08-23T18:08:44Z</dcterms:modified>
</cp:coreProperties>
</file>